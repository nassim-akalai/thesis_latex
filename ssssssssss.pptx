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0"/>
  </p:notesMasterIdLst>
  <p:sldIdLst>
    <p:sldId id="362" r:id="rId2"/>
    <p:sldId id="259" r:id="rId3"/>
    <p:sldId id="3932" r:id="rId4"/>
    <p:sldId id="263" r:id="rId5"/>
    <p:sldId id="334" r:id="rId6"/>
    <p:sldId id="265" r:id="rId7"/>
    <p:sldId id="354" r:id="rId8"/>
    <p:sldId id="32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46226445-A72C-4B6E-8E15-76FB6988B5DA}">
          <p14:sldIdLst>
            <p14:sldId id="362"/>
          </p14:sldIdLst>
        </p14:section>
        <p14:section name="Icon Titles" id="{6FB69721-A9B1-462D-8858-C543E907DD50}">
          <p14:sldIdLst>
            <p14:sldId id="259"/>
            <p14:sldId id="3932"/>
            <p14:sldId id="263"/>
            <p14:sldId id="334"/>
            <p14:sldId id="265"/>
            <p14:sldId id="354"/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E2F7"/>
    <a:srgbClr val="007EB9"/>
    <a:srgbClr val="72B904"/>
    <a:srgbClr val="DBE38F"/>
    <a:srgbClr val="FFD200"/>
    <a:srgbClr val="FFEB7F"/>
    <a:srgbClr val="EF8700"/>
    <a:srgbClr val="FDD490"/>
    <a:srgbClr val="9B006B"/>
    <a:srgbClr val="E3AD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29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55C18-273B-4A9F-8AB6-FC51CCC3652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CAB80-D71C-4D31-9306-0B954A67F8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832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736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869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17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193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651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35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 bwMode="gray">
          <a:xfrm>
            <a:off x="0" y="765174"/>
            <a:ext cx="12191187" cy="6092825"/>
          </a:xfrm>
          <a:solidFill>
            <a:srgbClr val="BBBCBD"/>
          </a:solidFill>
        </p:spPr>
        <p:txBody>
          <a:bodyPr tIns="720000" anchor="ctr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34963" y="3968750"/>
            <a:ext cx="5760511" cy="1728880"/>
          </a:xfrm>
          <a:solidFill>
            <a:schemeClr val="bg1"/>
          </a:solidFill>
        </p:spPr>
        <p:txBody>
          <a:bodyPr wrap="square" lIns="144000" tIns="432000" rIns="144000" bIns="0" anchor="b">
            <a:sp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Headline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Maximum </a:t>
            </a:r>
            <a:br>
              <a:rPr lang="de-DE" dirty="0"/>
            </a:br>
            <a:r>
              <a:rPr lang="de-DE" dirty="0"/>
              <a:t>Three 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4963" y="5697630"/>
            <a:ext cx="5760511" cy="433553"/>
          </a:xfrm>
          <a:solidFill>
            <a:schemeClr val="bg1"/>
          </a:solidFill>
        </p:spPr>
        <p:txBody>
          <a:bodyPr lIns="144000" tIns="72000" rIns="144000" bIns="144000" anchor="b">
            <a:noAutofit/>
          </a:bodyPr>
          <a:lstStyle>
            <a:lvl1pPr marL="0" indent="0" algn="l">
              <a:buNone/>
              <a:defRPr sz="1400" b="0">
                <a:solidFill>
                  <a:schemeClr val="tx2"/>
                </a:solidFill>
              </a:defRPr>
            </a:lvl1pPr>
            <a:lvl2pPr marL="0" indent="0" algn="l"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buNone/>
              <a:defRPr>
                <a:solidFill>
                  <a:schemeClr val="bg1"/>
                </a:solidFill>
              </a:defRPr>
            </a:lvl3pPr>
            <a:lvl4pPr marL="0" indent="0" algn="l"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Optional: max.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subline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info</a:t>
            </a:r>
            <a:r>
              <a:rPr lang="de-DE" dirty="0"/>
              <a:t> like Date, Place, Speaker</a:t>
            </a:r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49B0168-770F-4801-9C13-0838EAD3EC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6131181"/>
            <a:ext cx="5760511" cy="36000"/>
          </a:xfrm>
          <a:solidFill>
            <a:schemeClr val="accent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398E6D-33D6-46F7-8AFA-388FFEAE2094}"/>
              </a:ext>
            </a:extLst>
          </p:cNvPr>
          <p:cNvGrpSpPr/>
          <p:nvPr userDrawn="1"/>
        </p:nvGrpSpPr>
        <p:grpSpPr>
          <a:xfrm>
            <a:off x="10873960" y="-640207"/>
            <a:ext cx="3747547" cy="3038619"/>
            <a:chOff x="10873960" y="-640207"/>
            <a:chExt cx="3747547" cy="303861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D20D68B-838B-49EC-B5FD-F8575DA971C5}"/>
                </a:ext>
              </a:extLst>
            </p:cNvPr>
            <p:cNvGrpSpPr/>
            <p:nvPr/>
          </p:nvGrpSpPr>
          <p:grpSpPr>
            <a:xfrm>
              <a:off x="10953277" y="-560858"/>
              <a:ext cx="3668230" cy="2959270"/>
              <a:chOff x="10951850" y="-560858"/>
              <a:chExt cx="3667753" cy="2959270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2DB86D0-A38B-46C2-822E-9075FA7CE18F}"/>
                  </a:ext>
                </a:extLst>
              </p:cNvPr>
              <p:cNvGrpSpPr/>
              <p:nvPr/>
            </p:nvGrpSpPr>
            <p:grpSpPr bwMode="gray">
              <a:xfrm>
                <a:off x="12339910" y="702002"/>
                <a:ext cx="2279693" cy="1696410"/>
                <a:chOff x="12338304" y="702002"/>
                <a:chExt cx="2279396" cy="1696410"/>
              </a:xfrm>
              <a:solidFill>
                <a:srgbClr val="9B006B"/>
              </a:solidFill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6C35ACA-FFE5-4D07-87CA-69EB152877AB}"/>
                    </a:ext>
                  </a:extLst>
                </p:cNvPr>
                <p:cNvSpPr/>
                <p:nvPr/>
              </p:nvSpPr>
              <p:spPr bwMode="gray">
                <a:xfrm>
                  <a:off x="12338304" y="702002"/>
                  <a:ext cx="2279396" cy="169641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44000" tIns="144000" rIns="144000" bIns="144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note: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chose a title image as you like.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To access ready-to-use title slide options, please go to File &gt; New &gt; and open the Title Slide Pool. </a:t>
                  </a:r>
                  <a:endParaRPr lang="en-US" sz="1200" kern="1200" dirty="0">
                    <a:solidFill>
                      <a:schemeClr val="bg1"/>
                    </a:solidFill>
                    <a:effectLst/>
                    <a:latin typeface="+mn-l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762C505-B72C-4E31-8D49-23011A8B442A}"/>
                    </a:ext>
                  </a:extLst>
                </p:cNvPr>
                <p:cNvCxnSpPr/>
                <p:nvPr/>
              </p:nvCxnSpPr>
              <p:spPr bwMode="gray">
                <a:xfrm>
                  <a:off x="12470002" y="1065467"/>
                  <a:ext cx="2016000" cy="0"/>
                </a:xfrm>
                <a:prstGeom prst="line">
                  <a:avLst/>
                </a:prstGeom>
                <a:grpFill/>
                <a:ln w="6350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1B616AB-AC4C-4535-8AA8-FA274A5A6CDF}"/>
                  </a:ext>
                </a:extLst>
              </p:cNvPr>
              <p:cNvSpPr/>
              <p:nvPr userDrawn="1"/>
            </p:nvSpPr>
            <p:spPr bwMode="gray">
              <a:xfrm>
                <a:off x="10951850" y="-560858"/>
                <a:ext cx="489302" cy="489302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dirty="0" err="1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9A90105-7DD1-4635-A357-65AA3E3DBB77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 bwMode="gray">
              <a:xfrm flipV="1">
                <a:off x="11441152" y="-318096"/>
                <a:ext cx="1044762" cy="1889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79EC5FA-7FF7-40AB-BC64-526CC9BE9186}"/>
                  </a:ext>
                </a:extLst>
              </p:cNvPr>
              <p:cNvCxnSpPr/>
              <p:nvPr/>
            </p:nvCxnSpPr>
            <p:spPr bwMode="gray">
              <a:xfrm flipV="1">
                <a:off x="12471625" y="-322859"/>
                <a:ext cx="0" cy="1152540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D089EA6-D662-4D5B-8457-79120918B7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73960" y="-640207"/>
              <a:ext cx="648000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8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icture Placeholder 4">
            <a:extLst>
              <a:ext uri="{FF2B5EF4-FFF2-40B4-BE49-F238E27FC236}">
                <a16:creationId xmlns:a16="http://schemas.microsoft.com/office/drawing/2014/main" id="{DE883543-1193-44C9-8F80-BBB7E39B5D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767064"/>
            <a:ext cx="12191187" cy="6090935"/>
          </a:xfrm>
          <a:solidFill>
            <a:srgbClr val="BBBCBD"/>
          </a:solidFill>
        </p:spPr>
        <p:txBody>
          <a:bodyPr tIns="720000" anchor="ctr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34963" y="3968750"/>
            <a:ext cx="5760513" cy="1728880"/>
          </a:xfrm>
          <a:solidFill>
            <a:schemeClr val="accent1"/>
          </a:solidFill>
        </p:spPr>
        <p:txBody>
          <a:bodyPr wrap="square" lIns="144000" tIns="432000" rIns="144000" bIns="0" anchor="b">
            <a:sp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Headline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Maximum </a:t>
            </a:r>
            <a:br>
              <a:rPr lang="de-DE" dirty="0"/>
            </a:br>
            <a:r>
              <a:rPr lang="de-DE" dirty="0"/>
              <a:t>Three 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4963" y="5697630"/>
            <a:ext cx="5760513" cy="433553"/>
          </a:xfrm>
          <a:solidFill>
            <a:schemeClr val="accent1"/>
          </a:solidFill>
        </p:spPr>
        <p:txBody>
          <a:bodyPr lIns="144000" tIns="72000" rIns="144000" bIns="144000" anchor="b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0" indent="0" algn="l"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buNone/>
              <a:defRPr>
                <a:solidFill>
                  <a:schemeClr val="bg1"/>
                </a:solidFill>
              </a:defRPr>
            </a:lvl3pPr>
            <a:lvl4pPr marL="0" indent="0" algn="l"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Optional: max. one subline with info like Date, Place, Speaker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6A86BAE-8E8F-4C4D-8D00-C7361B7C095E}"/>
              </a:ext>
            </a:extLst>
          </p:cNvPr>
          <p:cNvGrpSpPr/>
          <p:nvPr userDrawn="1"/>
        </p:nvGrpSpPr>
        <p:grpSpPr>
          <a:xfrm>
            <a:off x="10873960" y="-640207"/>
            <a:ext cx="3747547" cy="3038619"/>
            <a:chOff x="10873960" y="-640207"/>
            <a:chExt cx="3747547" cy="303861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32B3CDC-BC01-40E0-BBB1-2BF03171B76B}"/>
                </a:ext>
              </a:extLst>
            </p:cNvPr>
            <p:cNvGrpSpPr/>
            <p:nvPr/>
          </p:nvGrpSpPr>
          <p:grpSpPr>
            <a:xfrm>
              <a:off x="10953277" y="-560858"/>
              <a:ext cx="3668230" cy="2959270"/>
              <a:chOff x="10951850" y="-560858"/>
              <a:chExt cx="3667753" cy="295927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30283F5-ADEF-4F84-A838-10B925064F41}"/>
                  </a:ext>
                </a:extLst>
              </p:cNvPr>
              <p:cNvGrpSpPr/>
              <p:nvPr/>
            </p:nvGrpSpPr>
            <p:grpSpPr bwMode="gray">
              <a:xfrm>
                <a:off x="12339910" y="702002"/>
                <a:ext cx="2279693" cy="1696410"/>
                <a:chOff x="12338304" y="702002"/>
                <a:chExt cx="2279396" cy="1696410"/>
              </a:xfrm>
              <a:solidFill>
                <a:srgbClr val="9B006B"/>
              </a:solidFill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8F48637-E8FA-4F56-96E4-CAA199124989}"/>
                    </a:ext>
                  </a:extLst>
                </p:cNvPr>
                <p:cNvSpPr/>
                <p:nvPr/>
              </p:nvSpPr>
              <p:spPr bwMode="gray">
                <a:xfrm>
                  <a:off x="12338304" y="702002"/>
                  <a:ext cx="2279396" cy="169641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44000" tIns="144000" rIns="144000" bIns="144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note: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chose a title image as you like.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To access ready-to-use title slide options, please go to File &gt; New &gt; and open the Title Slide Pool. </a:t>
                  </a:r>
                  <a:endParaRPr lang="en-US" sz="1200" kern="1200" dirty="0">
                    <a:solidFill>
                      <a:schemeClr val="bg1"/>
                    </a:solidFill>
                    <a:effectLst/>
                    <a:latin typeface="+mn-l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5239923-96F1-42D3-B636-506D9CEB12D5}"/>
                    </a:ext>
                  </a:extLst>
                </p:cNvPr>
                <p:cNvCxnSpPr/>
                <p:nvPr/>
              </p:nvCxnSpPr>
              <p:spPr bwMode="gray">
                <a:xfrm>
                  <a:off x="12470002" y="1065467"/>
                  <a:ext cx="2016000" cy="0"/>
                </a:xfrm>
                <a:prstGeom prst="line">
                  <a:avLst/>
                </a:prstGeom>
                <a:grpFill/>
                <a:ln w="6350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3BEE575-66BD-45D6-B1B9-5B053D49E52D}"/>
                  </a:ext>
                </a:extLst>
              </p:cNvPr>
              <p:cNvSpPr/>
              <p:nvPr userDrawn="1"/>
            </p:nvSpPr>
            <p:spPr bwMode="gray">
              <a:xfrm>
                <a:off x="10951850" y="-560858"/>
                <a:ext cx="489302" cy="489302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dirty="0" err="1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679313C-BFBC-4EB6-8412-642D1124D4CB}"/>
                  </a:ext>
                </a:extLst>
              </p:cNvPr>
              <p:cNvCxnSpPr>
                <a:cxnSpLocks/>
                <a:stCxn id="17" idx="6"/>
              </p:cNvCxnSpPr>
              <p:nvPr/>
            </p:nvCxnSpPr>
            <p:spPr bwMode="gray">
              <a:xfrm flipV="1">
                <a:off x="11441152" y="-318096"/>
                <a:ext cx="1044762" cy="1889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5691493-0FE1-4CDF-B828-8BA373940150}"/>
                  </a:ext>
                </a:extLst>
              </p:cNvPr>
              <p:cNvCxnSpPr/>
              <p:nvPr/>
            </p:nvCxnSpPr>
            <p:spPr bwMode="gray">
              <a:xfrm flipV="1">
                <a:off x="12471625" y="-322859"/>
                <a:ext cx="0" cy="1152540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EF5A409E-3CB4-4949-8324-59E9365A1E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73960" y="-640207"/>
              <a:ext cx="648000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073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774DAC3A-E673-4071-B765-16109B4841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1592262"/>
            <a:ext cx="11522074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6322A0-0106-4857-A9FA-185F39731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CFB3BA-047D-4CBA-84BF-B9B3DD622C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FE989E-5B07-43D5-A814-1B0F77E8D3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991465-BAB0-4A21-A9F0-84C0C1B36CB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353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592262"/>
            <a:ext cx="5651941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62538E-5126-4DA2-95D5-F5F53F8F2C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5098" y="1592264"/>
            <a:ext cx="5651940" cy="478948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3DF55B-EEB5-42AE-9F85-943FEEAE9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B05A83-A6F5-4201-8D1E-B9E61038665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8BB4EC-A5DD-499A-9C01-B25AD3F2F50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4E7B3F2-BE78-431F-8BE0-BBE2B67070C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687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6205098" y="1592262"/>
            <a:ext cx="5651940" cy="47894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592262"/>
            <a:ext cx="5651941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DF714F-BDDB-45A6-B1BB-8CF87F9AAD3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E97AAE-1E2A-4D5E-BC44-0374E2CC68B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CB3651-2105-4E49-90B5-C9A76522BFB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27F017D-D418-4A1C-B487-A6605334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746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334963" y="1592263"/>
            <a:ext cx="5653087" cy="4779962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02EF6EBB-6B2D-4A01-AE8E-436D61F236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5098" y="1592264"/>
            <a:ext cx="5651940" cy="478948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14B362-18EF-415C-ABAA-103ECE93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6ADD940-A913-41BD-9857-7301F684ABA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6F099-2F59-4FC2-A5CC-296050927FD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3EDB932-0738-48D5-9838-40C9D626478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8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6203950" y="765176"/>
            <a:ext cx="5988049" cy="6092822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3816" y="1592264"/>
            <a:ext cx="5653088" cy="47894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B4C320-2699-4CC8-A0BE-D0BD5C442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76475"/>
            <a:ext cx="5653088" cy="5364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ADFD02-BC87-4C28-ADC8-1EF7AC14366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D6F252-8CAC-4F27-8E70-08A9AA37D35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4237C85-CDEC-47F2-B187-E8DEF1E56D3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54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0" y="765174"/>
            <a:ext cx="5988050" cy="6092825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02EF6EBB-6B2D-4A01-AE8E-436D61F236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0" y="1592262"/>
            <a:ext cx="5653088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A23FD4-D874-4D71-94BC-E70EC65EB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950" y="876475"/>
            <a:ext cx="5653088" cy="536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966C04-233A-4A76-92A1-041834A5C64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FA2E52-CA74-4A4F-9A04-DB759643704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DDB9838-23B9-4CF4-82FA-A8A368A9F03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794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7415D5-38BB-48D1-8432-FBC44DF1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61F149-E92B-4962-8F7A-E73AC1DE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E73C8FA-C947-4A34-87C5-61064CF0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47BDC61-A510-43BF-B972-608927F3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7774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E1E8FB8-778B-4E61-9EE5-9265814F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457A5DB-9DEF-4E19-9C37-C3CAB252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2A12F9-D854-4893-A79B-E73040B0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283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334964" y="1592263"/>
            <a:ext cx="11522074" cy="47894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D39577-2DFA-48AB-97A8-D6159707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204F8-A4D5-4368-95D3-D48ACB47F5B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3BB880-F729-49B3-8A17-865E49C3069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2F5441-9315-426B-B20C-93C85FFA30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381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DC1E94E-C9A6-4C8C-9EB4-05957B71C3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-1" y="765175"/>
            <a:ext cx="12192000" cy="6092824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9663E8-67FA-4939-AF62-5F42DFF82A7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86DCB3D-8EEF-44E7-898B-6F2B8ABC0B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40FB5F-EED9-4B17-A2B6-E9B435EE6E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314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 bwMode="gray">
          <a:xfrm>
            <a:off x="334964" y="765174"/>
            <a:ext cx="11522074" cy="5616575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Mediaclip durch Klicken auf Symbol hinzufügen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19C69C-30F4-4CAF-898F-2B576BCF11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A1473E-6B1F-4659-8E44-51FDD9EFE1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93609FA6-1085-40F3-802D-0820964280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126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ia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 bwMode="gray">
          <a:xfrm>
            <a:off x="-1" y="0"/>
            <a:ext cx="12194787" cy="68580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Mediaclip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63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ildplatzhalter 27">
            <a:extLst>
              <a:ext uri="{FF2B5EF4-FFF2-40B4-BE49-F238E27FC236}">
                <a16:creationId xmlns:a16="http://schemas.microsoft.com/office/drawing/2014/main" id="{6FE7DCC3-36C3-4864-8FAC-9BD36D98D80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44027" y="1589637"/>
            <a:ext cx="3613011" cy="2159013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4" name="Bildplatzhalter 27">
            <a:extLst>
              <a:ext uri="{FF2B5EF4-FFF2-40B4-BE49-F238E27FC236}">
                <a16:creationId xmlns:a16="http://schemas.microsoft.com/office/drawing/2014/main" id="{DF3C1791-FBD9-4BC3-9322-41B9B0D3C2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99909" y="1589669"/>
            <a:ext cx="3606454" cy="21563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7" name="Textplatzhalter 29">
            <a:extLst>
              <a:ext uri="{FF2B5EF4-FFF2-40B4-BE49-F238E27FC236}">
                <a16:creationId xmlns:a16="http://schemas.microsoft.com/office/drawing/2014/main" id="{ABBF58A8-1EDF-4AA1-916D-46D91DCF0E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6260" y="3968750"/>
            <a:ext cx="3588866" cy="2410406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.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1592263"/>
            <a:ext cx="3606455" cy="21563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3756" y="3968750"/>
            <a:ext cx="3588867" cy="2413000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</a:t>
            </a:r>
          </a:p>
        </p:txBody>
      </p:sp>
      <p:sp>
        <p:nvSpPr>
          <p:cNvPr id="41" name="Textplatzhalter 29">
            <a:extLst>
              <a:ext uri="{FF2B5EF4-FFF2-40B4-BE49-F238E27FC236}">
                <a16:creationId xmlns:a16="http://schemas.microsoft.com/office/drawing/2014/main" id="{D5AA0C8B-C3F2-46D1-82A2-DE2CC24AA68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52821" y="3968750"/>
            <a:ext cx="3595391" cy="2413000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B20DD99-0390-405A-A290-EAB8B2BFD5D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6545783-B76C-44E6-8F61-6485E286CD0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F227043-03C2-4DB7-B4E9-1E27905F375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77934011-2113-4671-9F8E-4F33CBA3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574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1592854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7A9ED2-EBDC-4D99-A798-A8698C22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2" name="Bildplatzhalter 27">
            <a:extLst>
              <a:ext uri="{FF2B5EF4-FFF2-40B4-BE49-F238E27FC236}">
                <a16:creationId xmlns:a16="http://schemas.microsoft.com/office/drawing/2014/main" id="{37D07AB3-9634-4674-9299-B188AFC5D7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4282" y="1593881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5" name="Bildplatzhalter 27">
            <a:extLst>
              <a:ext uri="{FF2B5EF4-FFF2-40B4-BE49-F238E27FC236}">
                <a16:creationId xmlns:a16="http://schemas.microsoft.com/office/drawing/2014/main" id="{4FA71FB2-3EB1-4384-9506-F4CF1DB98EC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4963" y="397566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8" name="Bildplatzhalter 27">
            <a:extLst>
              <a:ext uri="{FF2B5EF4-FFF2-40B4-BE49-F238E27FC236}">
                <a16:creationId xmlns:a16="http://schemas.microsoft.com/office/drawing/2014/main" id="{6CFCC729-A57A-4E8F-BF1A-CB2ECA37764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04282" y="397566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762F50-AA69-4469-A9FA-46561DF72E4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E7CFB-BDEC-4412-8780-BBC768337B1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A709E7-45F0-4447-B4B7-379A8395D08C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pPr algn="r"/>
            <a:fld id="{4F3EDCA4-FD3C-457D-A8B2-E658E51B7E07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37" name="Textplatzhalter 29">
            <a:extLst>
              <a:ext uri="{FF2B5EF4-FFF2-40B4-BE49-F238E27FC236}">
                <a16:creationId xmlns:a16="http://schemas.microsoft.com/office/drawing/2014/main" id="{005F71B1-14D6-4606-A98D-739068E06E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3046" y="3975069"/>
            <a:ext cx="3643992" cy="1899773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4110" y="3975069"/>
            <a:ext cx="3643940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1" name="Textplatzhalter 29">
            <a:extLst>
              <a:ext uri="{FF2B5EF4-FFF2-40B4-BE49-F238E27FC236}">
                <a16:creationId xmlns:a16="http://schemas.microsoft.com/office/drawing/2014/main" id="{0D723A5E-00F1-4714-82CC-C1436F3F9E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3444" y="1593290"/>
            <a:ext cx="3643594" cy="1899773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C2DB467A-8A28-436B-8E6C-C992C12F2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43410" y="1592263"/>
            <a:ext cx="3644639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07170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_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C2DB467A-8A28-436B-8E6C-C992C12F2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43410" y="2339509"/>
            <a:ext cx="3644639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234010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1" name="Textplatzhalter 29">
            <a:extLst>
              <a:ext uri="{FF2B5EF4-FFF2-40B4-BE49-F238E27FC236}">
                <a16:creationId xmlns:a16="http://schemas.microsoft.com/office/drawing/2014/main" id="{0D723A5E-00F1-4714-82CC-C1436F3F9E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4968" y="2340000"/>
            <a:ext cx="3642070" cy="1900309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2" name="Bildplatzhalter 27">
            <a:extLst>
              <a:ext uri="{FF2B5EF4-FFF2-40B4-BE49-F238E27FC236}">
                <a16:creationId xmlns:a16="http://schemas.microsoft.com/office/drawing/2014/main" id="{37D07AB3-9634-4674-9299-B188AFC5D7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5806" y="234000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4110" y="4479604"/>
            <a:ext cx="3643931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5" name="Bildplatzhalter 27">
            <a:extLst>
              <a:ext uri="{FF2B5EF4-FFF2-40B4-BE49-F238E27FC236}">
                <a16:creationId xmlns:a16="http://schemas.microsoft.com/office/drawing/2014/main" id="{4FA71FB2-3EB1-4384-9506-F4CF1DB98EC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4963" y="4481222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7" name="Textplatzhalter 29">
            <a:extLst>
              <a:ext uri="{FF2B5EF4-FFF2-40B4-BE49-F238E27FC236}">
                <a16:creationId xmlns:a16="http://schemas.microsoft.com/office/drawing/2014/main" id="{005F71B1-14D6-4606-A98D-739068E06E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3045" y="4480950"/>
            <a:ext cx="3642071" cy="1899454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38" name="Bildplatzhalter 27">
            <a:extLst>
              <a:ext uri="{FF2B5EF4-FFF2-40B4-BE49-F238E27FC236}">
                <a16:creationId xmlns:a16="http://schemas.microsoft.com/office/drawing/2014/main" id="{6CFCC729-A57A-4E8F-BF1A-CB2ECA37764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04282" y="448095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751C7E5D-1C31-4604-8001-938ABF6444C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334962" y="1592263"/>
            <a:ext cx="11522075" cy="553634"/>
          </a:xfrm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A23D03-4076-42CD-B842-7C9CFDE8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8296C5-3D78-439A-99CF-600A36F140F2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596695-C69C-413D-A38B-A3451961F01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FAB6A7-BDC6-482F-B086-4EC40A88025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746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34963" y="873125"/>
            <a:ext cx="11522075" cy="53975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34964" y="1592263"/>
            <a:ext cx="11522074" cy="4789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34963" y="6524985"/>
            <a:ext cx="10211293" cy="143099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  <a:lvl2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2pPr>
            <a:lvl3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3pPr>
            <a:lvl4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4pPr>
            <a:lvl5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5pPr>
            <a:lvl6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6pPr>
            <a:lvl7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7pPr>
            <a:lvl8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8pPr>
            <a:lvl9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9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467678" y="6524985"/>
            <a:ext cx="389359" cy="14309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900">
                <a:solidFill>
                  <a:schemeClr val="tx2"/>
                </a:solidFill>
              </a:defRPr>
            </a:lvl1pPr>
            <a:lvl2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2pPr>
            <a:lvl3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3pPr>
            <a:lvl4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4pPr>
            <a:lvl5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5pPr>
            <a:lvl6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6pPr>
            <a:lvl7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7pPr>
            <a:lvl8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8pPr>
            <a:lvl9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9pPr>
          </a:lstStyle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C0C8E03-F117-4A5C-A126-D3D18DB0519D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662445" y="6524985"/>
            <a:ext cx="689044" cy="14309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>
              <a:defRPr lang="en-US" sz="900" smtClean="0">
                <a:solidFill>
                  <a:schemeClr val="tx2"/>
                </a:solidFill>
              </a:defRPr>
            </a:lvl1pPr>
          </a:lstStyle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80DFF3A-A270-4DA9-845C-CEC2C8D3A27C}"/>
              </a:ext>
            </a:extLst>
          </p:cNvPr>
          <p:cNvCxnSpPr/>
          <p:nvPr userDrawn="1"/>
        </p:nvCxnSpPr>
        <p:spPr bwMode="gray">
          <a:xfrm>
            <a:off x="-1019175" y="765175"/>
            <a:ext cx="995111" cy="0"/>
          </a:xfrm>
          <a:prstGeom prst="line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4AE6FF62-D5FC-4572-8E36-147D97C13AD5}"/>
              </a:ext>
            </a:extLst>
          </p:cNvPr>
          <p:cNvSpPr txBox="1"/>
          <p:nvPr userDrawn="1"/>
        </p:nvSpPr>
        <p:spPr bwMode="gray">
          <a:xfrm>
            <a:off x="-1019175" y="250814"/>
            <a:ext cx="995111" cy="4349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dirty="0" err="1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272A78F-E52E-4AA1-BE7F-1BB50E165594}"/>
              </a:ext>
            </a:extLst>
          </p:cNvPr>
          <p:cNvCxnSpPr/>
          <p:nvPr userDrawn="1"/>
        </p:nvCxnSpPr>
        <p:spPr bwMode="gray">
          <a:xfrm>
            <a:off x="-1019175" y="0"/>
            <a:ext cx="995111" cy="0"/>
          </a:xfrm>
          <a:prstGeom prst="line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4B470433-6221-41BD-91AD-CE215515AF6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-257175" y="0"/>
            <a:ext cx="0" cy="756000"/>
          </a:xfrm>
          <a:prstGeom prst="straightConnector1">
            <a:avLst/>
          </a:prstGeom>
          <a:ln w="63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74DA686A-2B4B-45CD-9952-5DF06A5A3A55}"/>
              </a:ext>
            </a:extLst>
          </p:cNvPr>
          <p:cNvSpPr txBox="1"/>
          <p:nvPr userDrawn="1"/>
        </p:nvSpPr>
        <p:spPr bwMode="gray">
          <a:xfrm>
            <a:off x="-1421239" y="0"/>
            <a:ext cx="1087852" cy="7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200" noProof="0" dirty="0">
                <a:solidFill>
                  <a:srgbClr val="FF0000"/>
                </a:solidFill>
              </a:rPr>
              <a:t>Don‘t place </a:t>
            </a:r>
            <a:br>
              <a:rPr lang="en-US" sz="1200" noProof="0" dirty="0">
                <a:solidFill>
                  <a:srgbClr val="FF0000"/>
                </a:solidFill>
              </a:rPr>
            </a:br>
            <a:r>
              <a:rPr lang="en-US" sz="1200" noProof="0" dirty="0">
                <a:solidFill>
                  <a:srgbClr val="FF0000"/>
                </a:solidFill>
              </a:rPr>
              <a:t>any elements in </a:t>
            </a:r>
            <a:br>
              <a:rPr lang="en-US" sz="1200" noProof="0" dirty="0">
                <a:solidFill>
                  <a:srgbClr val="FF0000"/>
                </a:solidFill>
              </a:rPr>
            </a:br>
            <a:r>
              <a:rPr lang="en-US" sz="1200" noProof="0" dirty="0">
                <a:solidFill>
                  <a:srgbClr val="FF0000"/>
                </a:solidFill>
              </a:rPr>
              <a:t>the brand zone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66BCEF-2CE5-41AF-8724-F8E6C00C50D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252000"/>
            <a:ext cx="151152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0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22" r:id="rId2"/>
    <p:sldLayoutId id="2147483702" r:id="rId3"/>
    <p:sldLayoutId id="2147483725" r:id="rId4"/>
    <p:sldLayoutId id="2147483703" r:id="rId5"/>
    <p:sldLayoutId id="2147483704" r:id="rId6"/>
    <p:sldLayoutId id="2147483723" r:id="rId7"/>
    <p:sldLayoutId id="2147483724" r:id="rId8"/>
    <p:sldLayoutId id="2147483705" r:id="rId9"/>
    <p:sldLayoutId id="2147483721" r:id="rId10"/>
    <p:sldLayoutId id="2147483706" r:id="rId11"/>
    <p:sldLayoutId id="2147483720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 Black" panose="020B0A04020102020204" pitchFamily="34" charset="0"/>
        <a:buNone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162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324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86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648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5pPr>
      <a:lvl6pPr marL="810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6pPr>
      <a:lvl7pPr marL="972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7pPr>
      <a:lvl8pPr marL="1134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8pPr>
      <a:lvl9pPr marL="1296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4020" userDrawn="1">
          <p15:clr>
            <a:srgbClr val="F26B43"/>
          </p15:clr>
        </p15:guide>
        <p15:guide id="1" pos="211" userDrawn="1">
          <p15:clr>
            <a:srgbClr val="F26B43"/>
          </p15:clr>
        </p15:guide>
        <p15:guide id="2" pos="7469" userDrawn="1">
          <p15:clr>
            <a:srgbClr val="F26B43"/>
          </p15:clr>
        </p15:guide>
        <p15:guide id="3" orient="horz" pos="1003" userDrawn="1">
          <p15:clr>
            <a:srgbClr val="547EBF"/>
          </p15:clr>
        </p15:guide>
        <p15:guide id="4" orient="horz" pos="482" userDrawn="1">
          <p15:clr>
            <a:srgbClr val="F26B43"/>
          </p15:clr>
        </p15:guide>
        <p15:guide id="5" orient="horz" pos="550" userDrawn="1">
          <p15:clr>
            <a:srgbClr val="547EBF"/>
          </p15:clr>
        </p15:guide>
        <p15:guide id="7" orient="horz" pos="2500" userDrawn="1">
          <p15:clr>
            <a:srgbClr val="547EBF"/>
          </p15:clr>
        </p15:guide>
        <p15:guide id="9" pos="3908" userDrawn="1">
          <p15:clr>
            <a:srgbClr val="547EBF"/>
          </p15:clr>
        </p15:guide>
        <p15:guide id="10" pos="3772" userDrawn="1">
          <p15:clr>
            <a:srgbClr val="547EBF"/>
          </p15:clr>
        </p15:guide>
        <p15:guide id="11" pos="3840" userDrawn="1">
          <p15:clr>
            <a:srgbClr val="F26B43"/>
          </p15:clr>
        </p15:guide>
        <p15:guide id="12" orient="horz" pos="4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10">
            <a:extLst>
              <a:ext uri="{FF2B5EF4-FFF2-40B4-BE49-F238E27FC236}">
                <a16:creationId xmlns:a16="http://schemas.microsoft.com/office/drawing/2014/main" id="{3C19B778-A1A8-4864-9551-EBA05E17CCD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E7C73B-9353-4195-A6EF-11E895EF7E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A3C7B8-4295-4F05-97EA-0017FE2715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0FB3B72-2784-4A49-821E-7D474C7B06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4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EF7C350-3AC0-4E54-9391-C754A956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9" name="Titel 88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Agenda – 6 topics</a:t>
            </a:r>
          </a:p>
        </p:txBody>
      </p:sp>
      <p:graphicFrame>
        <p:nvGraphicFramePr>
          <p:cNvPr id="10" name="Tabelle 3">
            <a:extLst>
              <a:ext uri="{FF2B5EF4-FFF2-40B4-BE49-F238E27FC236}">
                <a16:creationId xmlns:a16="http://schemas.microsoft.com/office/drawing/2014/main" id="{F5DFD5FB-95E9-45AF-BEE2-71DDB0700978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2040133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48805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1" name="Tabelle 3">
            <a:extLst>
              <a:ext uri="{FF2B5EF4-FFF2-40B4-BE49-F238E27FC236}">
                <a16:creationId xmlns:a16="http://schemas.microsoft.com/office/drawing/2014/main" id="{AC288C2F-8DE0-4B89-A02F-46CEAAB65FD6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3230750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2" name="Tabelle 3">
            <a:extLst>
              <a:ext uri="{FF2B5EF4-FFF2-40B4-BE49-F238E27FC236}">
                <a16:creationId xmlns:a16="http://schemas.microsoft.com/office/drawing/2014/main" id="{662EA7AE-EDD9-481D-AAF4-CFB591D3145D}"/>
              </a:ext>
            </a:extLst>
          </p:cNvPr>
          <p:cNvGraphicFramePr>
            <a:graphicFrameLocks noGrp="1"/>
          </p:cNvGraphicFramePr>
          <p:nvPr/>
        </p:nvGraphicFramePr>
        <p:xfrm>
          <a:off x="6210476" y="2040132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3" name="Tabelle 3">
            <a:extLst>
              <a:ext uri="{FF2B5EF4-FFF2-40B4-BE49-F238E27FC236}">
                <a16:creationId xmlns:a16="http://schemas.microsoft.com/office/drawing/2014/main" id="{649364C6-EEC6-4BCD-B867-629030FDBF93}"/>
              </a:ext>
            </a:extLst>
          </p:cNvPr>
          <p:cNvGraphicFramePr>
            <a:graphicFrameLocks noGrp="1"/>
          </p:cNvGraphicFramePr>
          <p:nvPr/>
        </p:nvGraphicFramePr>
        <p:xfrm>
          <a:off x="6203949" y="3230750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4" name="Tabelle 3">
            <a:extLst>
              <a:ext uri="{FF2B5EF4-FFF2-40B4-BE49-F238E27FC236}">
                <a16:creationId xmlns:a16="http://schemas.microsoft.com/office/drawing/2014/main" id="{4FDE5039-700F-475B-BFD1-AF580FF3A403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4421367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5" name="Tabelle 3">
            <a:extLst>
              <a:ext uri="{FF2B5EF4-FFF2-40B4-BE49-F238E27FC236}">
                <a16:creationId xmlns:a16="http://schemas.microsoft.com/office/drawing/2014/main" id="{448FF128-3FB0-4AE3-8C20-A4A111D096D5}"/>
              </a:ext>
            </a:extLst>
          </p:cNvPr>
          <p:cNvGraphicFramePr>
            <a:graphicFrameLocks noGrp="1"/>
          </p:cNvGraphicFramePr>
          <p:nvPr/>
        </p:nvGraphicFramePr>
        <p:xfrm>
          <a:off x="6203949" y="4421367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6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B62E8-F12A-41BB-B96C-832DA897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873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7701">
            <a:extLst>
              <a:ext uri="{FF2B5EF4-FFF2-40B4-BE49-F238E27FC236}">
                <a16:creationId xmlns:a16="http://schemas.microsoft.com/office/drawing/2014/main" id="{4148D78B-48F7-41B2-80A3-CD8211FE3143}"/>
              </a:ext>
            </a:extLst>
          </p:cNvPr>
          <p:cNvSpPr/>
          <p:nvPr/>
        </p:nvSpPr>
        <p:spPr bwMode="gray">
          <a:xfrm>
            <a:off x="3292126" y="1592263"/>
            <a:ext cx="2674050" cy="16267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121884" tIns="60925" rIns="121884" bIns="60925" anchor="ctr" anchorCtr="0">
            <a:noAutofit/>
          </a:bodyPr>
          <a:lstStyle/>
          <a:p>
            <a:pPr algn="ctr"/>
            <a:endParaRPr lang="en-US" sz="2666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5" name="Shape 7701">
            <a:extLst>
              <a:ext uri="{FF2B5EF4-FFF2-40B4-BE49-F238E27FC236}">
                <a16:creationId xmlns:a16="http://schemas.microsoft.com/office/drawing/2014/main" id="{F71E6B36-8C16-4ACA-AF0B-5FB79D789A3E}"/>
              </a:ext>
            </a:extLst>
          </p:cNvPr>
          <p:cNvSpPr/>
          <p:nvPr/>
        </p:nvSpPr>
        <p:spPr bwMode="gray">
          <a:xfrm>
            <a:off x="6234206" y="1592263"/>
            <a:ext cx="2674050" cy="16267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121884" tIns="60925" rIns="121884" bIns="60925" anchor="ctr" anchorCtr="0">
            <a:noAutofit/>
          </a:bodyPr>
          <a:lstStyle/>
          <a:p>
            <a:pPr algn="ctr"/>
            <a:endParaRPr lang="en-US" sz="2666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6" name="Shape 7701">
            <a:extLst>
              <a:ext uri="{FF2B5EF4-FFF2-40B4-BE49-F238E27FC236}">
                <a16:creationId xmlns:a16="http://schemas.microsoft.com/office/drawing/2014/main" id="{7F236F3D-23A4-4BF2-8A61-408E9EF2B559}"/>
              </a:ext>
            </a:extLst>
          </p:cNvPr>
          <p:cNvSpPr/>
          <p:nvPr/>
        </p:nvSpPr>
        <p:spPr bwMode="gray">
          <a:xfrm>
            <a:off x="9182988" y="1592263"/>
            <a:ext cx="2674050" cy="16267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21884" tIns="60925" rIns="121884" bIns="60925" anchor="ctr" anchorCtr="0">
            <a:noAutofit/>
          </a:bodyPr>
          <a:lstStyle/>
          <a:p>
            <a:pPr algn="ctr"/>
            <a:endParaRPr lang="en-US" sz="2666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5" name="Shape 7701">
            <a:extLst>
              <a:ext uri="{FF2B5EF4-FFF2-40B4-BE49-F238E27FC236}">
                <a16:creationId xmlns:a16="http://schemas.microsoft.com/office/drawing/2014/main" id="{4D05AC42-FF57-4787-83E5-807EF28B283B}"/>
              </a:ext>
            </a:extLst>
          </p:cNvPr>
          <p:cNvSpPr/>
          <p:nvPr/>
        </p:nvSpPr>
        <p:spPr bwMode="gray">
          <a:xfrm>
            <a:off x="337542" y="1592263"/>
            <a:ext cx="2674050" cy="1626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121884" tIns="60925" rIns="121884" bIns="60925" anchor="ctr" anchorCtr="0">
            <a:noAutofit/>
          </a:bodyPr>
          <a:lstStyle/>
          <a:p>
            <a:pPr algn="ctr"/>
            <a:endParaRPr lang="en-US" sz="2666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A7B52D-382D-4BA4-B582-A21E2B58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4 boxes with icons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CD3EEDD-2AEA-4FE3-B8C5-DDFEC3590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8466" y="1913813"/>
            <a:ext cx="978677" cy="97867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C25A113-B393-4527-AF80-4823CAD4C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0438" y="1914850"/>
            <a:ext cx="977640" cy="97764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3DFEA86-D2DC-4708-89B1-F3AFFB39D0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29220" y="1914851"/>
            <a:ext cx="977639" cy="977639"/>
          </a:xfrm>
          <a:prstGeom prst="rect">
            <a:avLst/>
          </a:prstGeom>
        </p:spPr>
      </p:pic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6809BAA9-FC47-4027-9B8F-B001A622AD8E}"/>
              </a:ext>
            </a:extLst>
          </p:cNvPr>
          <p:cNvSpPr txBox="1">
            <a:spLocks/>
          </p:cNvSpPr>
          <p:nvPr/>
        </p:nvSpPr>
        <p:spPr>
          <a:xfrm>
            <a:off x="3290270" y="3431594"/>
            <a:ext cx="2665259" cy="241040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sz="1400" dirty="0"/>
              <a:t>This text can be replaced with your own text.</a:t>
            </a:r>
          </a:p>
          <a:p>
            <a:pPr lvl="1"/>
            <a:r>
              <a:rPr lang="en-US" sz="1400" dirty="0"/>
              <a:t>This is placeholder text. All phrases can be replaced with your own text.</a:t>
            </a:r>
          </a:p>
          <a:p>
            <a:pPr lvl="1"/>
            <a:r>
              <a:rPr lang="en-US" sz="1400" dirty="0"/>
              <a:t>This text can be replaced with your own text.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640B1087-9533-4DC9-8D33-DBDB13C4F066}"/>
              </a:ext>
            </a:extLst>
          </p:cNvPr>
          <p:cNvSpPr txBox="1">
            <a:spLocks/>
          </p:cNvSpPr>
          <p:nvPr/>
        </p:nvSpPr>
        <p:spPr>
          <a:xfrm>
            <a:off x="346333" y="3429000"/>
            <a:ext cx="2665260" cy="2413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sz="1400" dirty="0"/>
              <a:t>This text can be replaced with your own text.</a:t>
            </a:r>
          </a:p>
          <a:p>
            <a:pPr lvl="1"/>
            <a:r>
              <a:rPr lang="en-US" sz="1400" dirty="0"/>
              <a:t>This is placeholder text. All phrases can be replaced with your own text.</a:t>
            </a:r>
          </a:p>
          <a:p>
            <a:pPr lvl="1"/>
            <a:r>
              <a:rPr lang="en-US" sz="1400" dirty="0"/>
              <a:t>This text can be replaced with your own text.</a:t>
            </a:r>
          </a:p>
        </p:txBody>
      </p:sp>
      <p:sp>
        <p:nvSpPr>
          <p:cNvPr id="19" name="Textplatzhalter 19">
            <a:extLst>
              <a:ext uri="{FF2B5EF4-FFF2-40B4-BE49-F238E27FC236}">
                <a16:creationId xmlns:a16="http://schemas.microsoft.com/office/drawing/2014/main" id="{A60CCEBA-51F3-4494-8987-35C499716F14}"/>
              </a:ext>
            </a:extLst>
          </p:cNvPr>
          <p:cNvSpPr txBox="1">
            <a:spLocks/>
          </p:cNvSpPr>
          <p:nvPr/>
        </p:nvSpPr>
        <p:spPr>
          <a:xfrm>
            <a:off x="6234206" y="3422909"/>
            <a:ext cx="2670105" cy="2413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sz="1400" dirty="0"/>
              <a:t>This text can be replaced with your own text.</a:t>
            </a:r>
          </a:p>
          <a:p>
            <a:pPr lvl="1"/>
            <a:r>
              <a:rPr lang="en-US" sz="1400" dirty="0"/>
              <a:t>This is placeholder text. All phrases can be replaced with your own text.</a:t>
            </a:r>
          </a:p>
          <a:p>
            <a:pPr lvl="1"/>
            <a:r>
              <a:rPr lang="en-US" sz="1400" dirty="0"/>
              <a:t>This text can be replaced with your own text.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B6F7995D-1A4C-4C4E-A37A-7E14055707FA}"/>
              </a:ext>
            </a:extLst>
          </p:cNvPr>
          <p:cNvSpPr txBox="1">
            <a:spLocks/>
          </p:cNvSpPr>
          <p:nvPr/>
        </p:nvSpPr>
        <p:spPr>
          <a:xfrm>
            <a:off x="9182988" y="3422909"/>
            <a:ext cx="2670105" cy="2413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sz="1400" dirty="0"/>
              <a:t>This text can be replaced with your own text.</a:t>
            </a:r>
          </a:p>
          <a:p>
            <a:pPr lvl="1"/>
            <a:r>
              <a:rPr lang="en-US" sz="1400" dirty="0"/>
              <a:t>This is placeholder text. All phrases can be replaced with your own text.</a:t>
            </a:r>
          </a:p>
          <a:p>
            <a:pPr lvl="1"/>
            <a:r>
              <a:rPr lang="en-US" sz="1400" dirty="0"/>
              <a:t>This text can be replaced with your own text.</a:t>
            </a:r>
          </a:p>
        </p:txBody>
      </p:sp>
      <p:pic>
        <p:nvPicPr>
          <p:cNvPr id="28" name="Grafik 46">
            <a:extLst>
              <a:ext uri="{FF2B5EF4-FFF2-40B4-BE49-F238E27FC236}">
                <a16:creationId xmlns:a16="http://schemas.microsoft.com/office/drawing/2014/main" id="{8FD6AC0C-25A0-4AC8-8E80-D1CD0D54BA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3741" y="1913813"/>
            <a:ext cx="978677" cy="97867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3C97EF-426C-4A3C-8F29-73E15DFB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582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B14E5C94-5987-4591-A37C-C0D361507F8D}"/>
              </a:ext>
            </a:extLst>
          </p:cNvPr>
          <p:cNvGraphicFramePr>
            <a:graphicFrameLocks noGrp="1"/>
          </p:cNvGraphicFramePr>
          <p:nvPr/>
        </p:nvGraphicFramePr>
        <p:xfrm>
          <a:off x="334234" y="2381251"/>
          <a:ext cx="3426387" cy="25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387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19437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1426022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A7B52D-382D-4BA4-B582-A21E2B58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3 boxes with icons</a:t>
            </a:r>
          </a:p>
        </p:txBody>
      </p:sp>
      <p:graphicFrame>
        <p:nvGraphicFramePr>
          <p:cNvPr id="22" name="Tabelle 3">
            <a:extLst>
              <a:ext uri="{FF2B5EF4-FFF2-40B4-BE49-F238E27FC236}">
                <a16:creationId xmlns:a16="http://schemas.microsoft.com/office/drawing/2014/main" id="{E28F3770-5453-4A6D-B2B1-54102C890F3F}"/>
              </a:ext>
            </a:extLst>
          </p:cNvPr>
          <p:cNvGraphicFramePr>
            <a:graphicFrameLocks noGrp="1"/>
          </p:cNvGraphicFramePr>
          <p:nvPr/>
        </p:nvGraphicFramePr>
        <p:xfrm>
          <a:off x="4389195" y="2381251"/>
          <a:ext cx="3426387" cy="25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387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19437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1426022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graphicFrame>
        <p:nvGraphicFramePr>
          <p:cNvPr id="23" name="Tabelle 3">
            <a:extLst>
              <a:ext uri="{FF2B5EF4-FFF2-40B4-BE49-F238E27FC236}">
                <a16:creationId xmlns:a16="http://schemas.microsoft.com/office/drawing/2014/main" id="{89EE6240-62CE-42E5-B32F-BB4B4055C5A1}"/>
              </a:ext>
            </a:extLst>
          </p:cNvPr>
          <p:cNvGraphicFramePr>
            <a:graphicFrameLocks noGrp="1"/>
          </p:cNvGraphicFramePr>
          <p:nvPr/>
        </p:nvGraphicFramePr>
        <p:xfrm>
          <a:off x="8430650" y="2381251"/>
          <a:ext cx="3426387" cy="25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387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19437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1426022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pic>
        <p:nvPicPr>
          <p:cNvPr id="10" name="Grafik 9">
            <a:extLst>
              <a:ext uri="{FF2B5EF4-FFF2-40B4-BE49-F238E27FC236}">
                <a16:creationId xmlns:a16="http://schemas.microsoft.com/office/drawing/2014/main" id="{54BEF63F-01AA-48C7-94B4-52E3D14D3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6455" y="1592263"/>
            <a:ext cx="609600" cy="609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FB8AF5F-B7FD-48E2-95EF-C0B4833609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234" y="1592263"/>
            <a:ext cx="609600" cy="609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0D58167-7CD9-496C-B0FE-87191888F8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1695" y="1592263"/>
            <a:ext cx="609600" cy="6096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11F580-4AA8-4ED5-BC19-539B60062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13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B14E5C94-5987-4591-A37C-C0D361507F8D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2381251"/>
          <a:ext cx="2674050" cy="293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A7B52D-382D-4BA4-B582-A21E2B58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4 boxes with icons</a:t>
            </a:r>
          </a:p>
        </p:txBody>
      </p:sp>
      <p:graphicFrame>
        <p:nvGraphicFramePr>
          <p:cNvPr id="11" name="Tabelle 3">
            <a:extLst>
              <a:ext uri="{FF2B5EF4-FFF2-40B4-BE49-F238E27FC236}">
                <a16:creationId xmlns:a16="http://schemas.microsoft.com/office/drawing/2014/main" id="{2B5AB8C7-46CE-47AC-9395-A9683BD629E8}"/>
              </a:ext>
            </a:extLst>
          </p:cNvPr>
          <p:cNvGraphicFramePr>
            <a:graphicFrameLocks noGrp="1"/>
          </p:cNvGraphicFramePr>
          <p:nvPr/>
        </p:nvGraphicFramePr>
        <p:xfrm>
          <a:off x="3284305" y="2381251"/>
          <a:ext cx="2674050" cy="293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179388" indent="-179388"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179388" indent="-179388"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graphicFrame>
        <p:nvGraphicFramePr>
          <p:cNvPr id="12" name="Tabelle 3">
            <a:extLst>
              <a:ext uri="{FF2B5EF4-FFF2-40B4-BE49-F238E27FC236}">
                <a16:creationId xmlns:a16="http://schemas.microsoft.com/office/drawing/2014/main" id="{0454AAAE-2675-4B39-A0D1-0E6BF265EA1E}"/>
              </a:ext>
            </a:extLst>
          </p:cNvPr>
          <p:cNvGraphicFramePr>
            <a:graphicFrameLocks noGrp="1"/>
          </p:cNvGraphicFramePr>
          <p:nvPr/>
        </p:nvGraphicFramePr>
        <p:xfrm>
          <a:off x="6233647" y="2381251"/>
          <a:ext cx="2674050" cy="293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graphicFrame>
        <p:nvGraphicFramePr>
          <p:cNvPr id="13" name="Tabelle 3">
            <a:extLst>
              <a:ext uri="{FF2B5EF4-FFF2-40B4-BE49-F238E27FC236}">
                <a16:creationId xmlns:a16="http://schemas.microsoft.com/office/drawing/2014/main" id="{242164EC-DE75-4AE2-926B-4CC3EBBA6F93}"/>
              </a:ext>
            </a:extLst>
          </p:cNvPr>
          <p:cNvGraphicFramePr>
            <a:graphicFrameLocks noGrp="1"/>
          </p:cNvGraphicFramePr>
          <p:nvPr/>
        </p:nvGraphicFramePr>
        <p:xfrm>
          <a:off x="9182988" y="2381251"/>
          <a:ext cx="2674050" cy="293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050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6236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2040351"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pic>
        <p:nvPicPr>
          <p:cNvPr id="9" name="Grafik 8">
            <a:extLst>
              <a:ext uri="{FF2B5EF4-FFF2-40B4-BE49-F238E27FC236}">
                <a16:creationId xmlns:a16="http://schemas.microsoft.com/office/drawing/2014/main" id="{01989374-8B49-49C8-AE91-6DAA8B1B96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963" y="1592263"/>
            <a:ext cx="609600" cy="6096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CD3EEDD-2AEA-4FE3-B8C5-DDFEC3590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4304" y="1592263"/>
            <a:ext cx="609600" cy="6096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C25A113-B393-4527-AF80-4823CAD4C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3647" y="1592263"/>
            <a:ext cx="609600" cy="6096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3DFEA86-D2DC-4708-89B1-F3AFFB39D0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82988" y="1592263"/>
            <a:ext cx="609600" cy="6096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B3A6D-788B-4780-905D-FD962C89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06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Placeholder 26"/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0" b="70"/>
          <a:stretch/>
        </p:blipFill>
        <p:spPr/>
      </p:pic>
      <p:pic>
        <p:nvPicPr>
          <p:cNvPr id="26" name="Picture Placeholder 25"/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" r="3"/>
          <a:stretch/>
        </p:blipFill>
        <p:spPr/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CD40C5AA-E95E-44F9-A031-FF4ED5E8DEC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dirty="0"/>
              <a:t>This text can be replaced with your own text.</a:t>
            </a:r>
          </a:p>
          <a:p>
            <a:pPr lvl="1"/>
            <a:r>
              <a:rPr lang="en-US" dirty="0"/>
              <a:t>This is placeholder text. All phrases can be replaced with your own text.</a:t>
            </a:r>
          </a:p>
          <a:p>
            <a:pPr lvl="1"/>
            <a:r>
              <a:rPr lang="en-US" dirty="0"/>
              <a:t>This text can be replaced with your own text.</a:t>
            </a:r>
          </a:p>
        </p:txBody>
      </p:sp>
      <p:pic>
        <p:nvPicPr>
          <p:cNvPr id="12" name="Picture Placeholder 24">
            <a:extLst>
              <a:ext uri="{FF2B5EF4-FFF2-40B4-BE49-F238E27FC236}">
                <a16:creationId xmlns:a16="http://schemas.microsoft.com/office/drawing/2014/main" id="{EDD26B81-8D6A-4135-B3D6-3EBFA7F1906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" b="56"/>
          <a:stretch/>
        </p:blipFill>
        <p:spPr/>
      </p:pic>
      <p:sp>
        <p:nvSpPr>
          <p:cNvPr id="9" name="Textplatzhalter 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dirty="0"/>
              <a:t>This text can be replaced with your own text.</a:t>
            </a:r>
          </a:p>
          <a:p>
            <a:pPr lvl="1"/>
            <a:r>
              <a:rPr lang="en-US" dirty="0"/>
              <a:t>This is placeholder text. All phrases can be replaced with your own text.</a:t>
            </a:r>
          </a:p>
          <a:p>
            <a:pPr lvl="1"/>
            <a:r>
              <a:rPr lang="en-US" dirty="0"/>
              <a:t>This text can be replaced with your own text.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B54941A8-8C09-45AF-A855-4ADE6509950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dirty="0"/>
              <a:t>This text can be replaced with your own text.</a:t>
            </a:r>
          </a:p>
          <a:p>
            <a:pPr lvl="1"/>
            <a:r>
              <a:rPr lang="en-US" dirty="0"/>
              <a:t>This is placeholder text. All phrases can be replaced with your own text.</a:t>
            </a:r>
          </a:p>
          <a:p>
            <a:pPr lvl="1"/>
            <a:r>
              <a:rPr lang="en-US" dirty="0"/>
              <a:t>This text can be replaced with your own text.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02FDE3-B373-4E8B-9E7D-B108C4FF461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 boxes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0EDE8-74C7-43DA-AFF2-1BD68F3E886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09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platzhalter 8">
            <a:extLst>
              <a:ext uri="{FF2B5EF4-FFF2-40B4-BE49-F238E27FC236}">
                <a16:creationId xmlns:a16="http://schemas.microsoft.com/office/drawing/2014/main" id="{E04B746D-380C-49C4-8857-70A37A21278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765175"/>
            <a:ext cx="5986463" cy="6092825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C297AFF1-FB5A-4DF5-BAF2-E47EF19B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your Headline here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E22C90-2DF1-45EC-ADA9-8627C2726E1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F93A26-7188-4BA5-8868-D6F75BEAE95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692E9762-B249-4912-9DE6-FDCD38852802}"/>
              </a:ext>
            </a:extLst>
          </p:cNvPr>
          <p:cNvSpPr txBox="1">
            <a:spLocks/>
          </p:cNvSpPr>
          <p:nvPr/>
        </p:nvSpPr>
        <p:spPr>
          <a:xfrm>
            <a:off x="7119869" y="2275313"/>
            <a:ext cx="3426387" cy="6298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Text </a:t>
            </a:r>
            <a:r>
              <a:rPr lang="de-DE" dirty="0" err="1"/>
              <a:t>here</a:t>
            </a:r>
            <a:r>
              <a:rPr lang="de-DE" dirty="0"/>
              <a:t>,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fine</a:t>
            </a:r>
            <a:r>
              <a:rPr lang="de-DE" dirty="0"/>
              <a:t>. </a:t>
            </a:r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D8203352-F7A4-4BE6-85D5-9B0F6B7528A7}"/>
              </a:ext>
            </a:extLst>
          </p:cNvPr>
          <p:cNvSpPr txBox="1">
            <a:spLocks/>
          </p:cNvSpPr>
          <p:nvPr/>
        </p:nvSpPr>
        <p:spPr>
          <a:xfrm>
            <a:off x="7119869" y="3972419"/>
            <a:ext cx="3426387" cy="6298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Text </a:t>
            </a:r>
            <a:r>
              <a:rPr lang="de-DE" dirty="0" err="1"/>
              <a:t>here</a:t>
            </a:r>
            <a:r>
              <a:rPr lang="de-DE" dirty="0"/>
              <a:t>,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fine</a:t>
            </a:r>
            <a:r>
              <a:rPr lang="de-DE" dirty="0"/>
              <a:t>. </a:t>
            </a:r>
          </a:p>
        </p:txBody>
      </p:sp>
      <p:sp>
        <p:nvSpPr>
          <p:cNvPr id="9" name="Textplatzhalter 1">
            <a:extLst>
              <a:ext uri="{FF2B5EF4-FFF2-40B4-BE49-F238E27FC236}">
                <a16:creationId xmlns:a16="http://schemas.microsoft.com/office/drawing/2014/main" id="{FE2FF746-F2EF-4ED9-8695-B5EF427E00DF}"/>
              </a:ext>
            </a:extLst>
          </p:cNvPr>
          <p:cNvSpPr txBox="1">
            <a:spLocks/>
          </p:cNvSpPr>
          <p:nvPr/>
        </p:nvSpPr>
        <p:spPr>
          <a:xfrm>
            <a:off x="7119869" y="5669524"/>
            <a:ext cx="3426387" cy="6298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Text </a:t>
            </a:r>
            <a:r>
              <a:rPr lang="de-DE" dirty="0" err="1"/>
              <a:t>here</a:t>
            </a:r>
            <a:r>
              <a:rPr lang="de-DE" dirty="0"/>
              <a:t>,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fine</a:t>
            </a:r>
            <a:r>
              <a:rPr lang="de-DE" dirty="0"/>
              <a:t>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25430B-42E6-42F6-A888-9BC4CFC99F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8263" y="3289370"/>
            <a:ext cx="609600" cy="609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75DBAFA-6093-4EED-8C30-C5A65D4036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8262" y="1592263"/>
            <a:ext cx="609600" cy="609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751A7A0-A7A7-4C7D-AC0B-705A2F74FE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8264" y="498647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38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ihandform 48"/>
          <p:cNvSpPr/>
          <p:nvPr/>
        </p:nvSpPr>
        <p:spPr bwMode="gray">
          <a:xfrm>
            <a:off x="5517541" y="3362113"/>
            <a:ext cx="1085303" cy="235044"/>
          </a:xfrm>
          <a:custGeom>
            <a:avLst/>
            <a:gdLst>
              <a:gd name="connsiteX0" fmla="*/ 0 w 1133475"/>
              <a:gd name="connsiteY0" fmla="*/ 111125 h 247650"/>
              <a:gd name="connsiteX1" fmla="*/ 593725 w 1133475"/>
              <a:gd name="connsiteY1" fmla="*/ 247650 h 247650"/>
              <a:gd name="connsiteX2" fmla="*/ 1133475 w 1133475"/>
              <a:gd name="connsiteY2" fmla="*/ 130175 h 247650"/>
              <a:gd name="connsiteX3" fmla="*/ 587375 w 1133475"/>
              <a:gd name="connsiteY3" fmla="*/ 0 h 247650"/>
              <a:gd name="connsiteX4" fmla="*/ 0 w 1133475"/>
              <a:gd name="connsiteY4" fmla="*/ 111125 h 247650"/>
              <a:gd name="connsiteX0" fmla="*/ 0 w 1135984"/>
              <a:gd name="connsiteY0" fmla="*/ 113633 h 247650"/>
              <a:gd name="connsiteX1" fmla="*/ 596234 w 1135984"/>
              <a:gd name="connsiteY1" fmla="*/ 247650 h 247650"/>
              <a:gd name="connsiteX2" fmla="*/ 1135984 w 1135984"/>
              <a:gd name="connsiteY2" fmla="*/ 130175 h 247650"/>
              <a:gd name="connsiteX3" fmla="*/ 589884 w 1135984"/>
              <a:gd name="connsiteY3" fmla="*/ 0 h 247650"/>
              <a:gd name="connsiteX4" fmla="*/ 0 w 1135984"/>
              <a:gd name="connsiteY4" fmla="*/ 113633 h 247650"/>
              <a:gd name="connsiteX0" fmla="*/ 0 w 1143511"/>
              <a:gd name="connsiteY0" fmla="*/ 113633 h 247650"/>
              <a:gd name="connsiteX1" fmla="*/ 596234 w 1143511"/>
              <a:gd name="connsiteY1" fmla="*/ 247650 h 247650"/>
              <a:gd name="connsiteX2" fmla="*/ 1143511 w 1143511"/>
              <a:gd name="connsiteY2" fmla="*/ 127667 h 247650"/>
              <a:gd name="connsiteX3" fmla="*/ 589884 w 1143511"/>
              <a:gd name="connsiteY3" fmla="*/ 0 h 247650"/>
              <a:gd name="connsiteX4" fmla="*/ 0 w 1143511"/>
              <a:gd name="connsiteY4" fmla="*/ 113633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3511" h="247650">
                <a:moveTo>
                  <a:pt x="0" y="113633"/>
                </a:moveTo>
                <a:lnTo>
                  <a:pt x="596234" y="247650"/>
                </a:lnTo>
                <a:lnTo>
                  <a:pt x="1143511" y="127667"/>
                </a:lnTo>
                <a:lnTo>
                  <a:pt x="589884" y="0"/>
                </a:lnTo>
                <a:lnTo>
                  <a:pt x="0" y="113633"/>
                </a:lnTo>
                <a:close/>
              </a:path>
            </a:pathLst>
          </a:custGeom>
          <a:solidFill>
            <a:schemeClr val="accent2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platzhalter 30"/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US" dirty="0"/>
              <a:t>Description</a:t>
            </a:r>
          </a:p>
          <a:p>
            <a:pPr marL="0" lvl="1" indent="0">
              <a:buNone/>
            </a:pPr>
            <a:r>
              <a:rPr lang="en-US" dirty="0"/>
              <a:t>This text can be replaced with your own text. All phrases can be replaced with your own text.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Pyramid 3D – 4 items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5CDE61-7E75-4810-9076-9B3CD3E4A0E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Text Placeholder 10"/>
          <p:cNvSpPr txBox="1">
            <a:spLocks/>
          </p:cNvSpPr>
          <p:nvPr/>
        </p:nvSpPr>
        <p:spPr bwMode="gray">
          <a:xfrm>
            <a:off x="8655172" y="4024543"/>
            <a:ext cx="3195583" cy="403635"/>
          </a:xfrm>
          <a:prstGeom prst="rect">
            <a:avLst/>
          </a:prstGeom>
        </p:spPr>
        <p:txBody>
          <a:bodyPr lIns="0" tIns="3600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rgbClr val="BBBCBD"/>
                </a:solidFill>
              </a:rPr>
              <a:t>Description 3</a:t>
            </a:r>
          </a:p>
        </p:txBody>
      </p:sp>
      <p:sp>
        <p:nvSpPr>
          <p:cNvPr id="11" name="Text Placeholder 10"/>
          <p:cNvSpPr txBox="1">
            <a:spLocks/>
          </p:cNvSpPr>
          <p:nvPr/>
        </p:nvSpPr>
        <p:spPr bwMode="gray">
          <a:xfrm>
            <a:off x="8655172" y="2694342"/>
            <a:ext cx="3195583" cy="403635"/>
          </a:xfrm>
          <a:prstGeom prst="rect">
            <a:avLst/>
          </a:prstGeom>
        </p:spPr>
        <p:txBody>
          <a:bodyPr lIns="0" tIns="3600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chemeClr val="accent3"/>
                </a:solidFill>
              </a:rPr>
              <a:t>Description 1</a:t>
            </a:r>
          </a:p>
        </p:txBody>
      </p:sp>
      <p:sp>
        <p:nvSpPr>
          <p:cNvPr id="12" name="Text Placeholder 10"/>
          <p:cNvSpPr txBox="1">
            <a:spLocks/>
          </p:cNvSpPr>
          <p:nvPr/>
        </p:nvSpPr>
        <p:spPr bwMode="gray">
          <a:xfrm>
            <a:off x="334545" y="3438855"/>
            <a:ext cx="3195583" cy="403635"/>
          </a:xfrm>
          <a:prstGeom prst="rect">
            <a:avLst/>
          </a:prstGeom>
        </p:spPr>
        <p:txBody>
          <a:bodyPr lIns="0" tIns="3600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/>
                </a:solidFill>
              </a:rPr>
              <a:t>Description 2</a:t>
            </a:r>
          </a:p>
        </p:txBody>
      </p:sp>
      <p:cxnSp>
        <p:nvCxnSpPr>
          <p:cNvPr id="13" name="Gerade Verbindung 16"/>
          <p:cNvCxnSpPr/>
          <p:nvPr/>
        </p:nvCxnSpPr>
        <p:spPr bwMode="gray">
          <a:xfrm>
            <a:off x="341245" y="3842489"/>
            <a:ext cx="4875855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round/>
            <a:headEnd/>
            <a:tailEnd/>
          </a:ln>
        </p:spPr>
      </p:cxnSp>
      <p:cxnSp>
        <p:nvCxnSpPr>
          <p:cNvPr id="14" name="Gerade Verbindung 25"/>
          <p:cNvCxnSpPr>
            <a:cxnSpLocks/>
          </p:cNvCxnSpPr>
          <p:nvPr/>
        </p:nvCxnSpPr>
        <p:spPr bwMode="gray">
          <a:xfrm>
            <a:off x="6227563" y="3097976"/>
            <a:ext cx="5629475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round/>
            <a:headEnd/>
            <a:tailEnd/>
          </a:ln>
        </p:spPr>
      </p:cxnSp>
      <p:cxnSp>
        <p:nvCxnSpPr>
          <p:cNvPr id="15" name="Gerade Verbindung 20"/>
          <p:cNvCxnSpPr/>
          <p:nvPr/>
        </p:nvCxnSpPr>
        <p:spPr bwMode="gray">
          <a:xfrm flipV="1">
            <a:off x="341593" y="5095946"/>
            <a:ext cx="3846807" cy="1"/>
          </a:xfrm>
          <a:prstGeom prst="line">
            <a:avLst/>
          </a:prstGeom>
          <a:noFill/>
          <a:ln w="12700">
            <a:solidFill>
              <a:srgbClr val="7D8890"/>
            </a:solidFill>
            <a:prstDash val="solid"/>
            <a:round/>
            <a:headEnd/>
            <a:tailEnd/>
          </a:ln>
        </p:spPr>
      </p:cxnSp>
      <p:cxnSp>
        <p:nvCxnSpPr>
          <p:cNvPr id="16" name="Gerade Verbindung 23"/>
          <p:cNvCxnSpPr>
            <a:cxnSpLocks/>
          </p:cNvCxnSpPr>
          <p:nvPr/>
        </p:nvCxnSpPr>
        <p:spPr bwMode="gray">
          <a:xfrm>
            <a:off x="7276932" y="4421405"/>
            <a:ext cx="4580106" cy="0"/>
          </a:xfrm>
          <a:prstGeom prst="line">
            <a:avLst/>
          </a:prstGeom>
          <a:noFill/>
          <a:ln w="12700">
            <a:solidFill>
              <a:srgbClr val="B8BEC2"/>
            </a:solidFill>
            <a:prstDash val="solid"/>
            <a:round/>
            <a:headEnd/>
            <a:tailEnd/>
          </a:ln>
        </p:spPr>
      </p:cxnSp>
      <p:sp>
        <p:nvSpPr>
          <p:cNvPr id="17" name="Freihandform 52"/>
          <p:cNvSpPr/>
          <p:nvPr/>
        </p:nvSpPr>
        <p:spPr bwMode="gray">
          <a:xfrm>
            <a:off x="4061446" y="4717982"/>
            <a:ext cx="2014447" cy="1321368"/>
          </a:xfrm>
          <a:custGeom>
            <a:avLst/>
            <a:gdLst>
              <a:gd name="connsiteX0" fmla="*/ 444500 w 2146300"/>
              <a:gd name="connsiteY0" fmla="*/ 0 h 1397000"/>
              <a:gd name="connsiteX1" fmla="*/ 0 w 2146300"/>
              <a:gd name="connsiteY1" fmla="*/ 530225 h 1397000"/>
              <a:gd name="connsiteX2" fmla="*/ 2146300 w 2146300"/>
              <a:gd name="connsiteY2" fmla="*/ 1397000 h 1397000"/>
              <a:gd name="connsiteX3" fmla="*/ 2136775 w 2146300"/>
              <a:gd name="connsiteY3" fmla="*/ 577850 h 1397000"/>
              <a:gd name="connsiteX4" fmla="*/ 444500 w 2146300"/>
              <a:gd name="connsiteY4" fmla="*/ 0 h 1397000"/>
              <a:gd name="connsiteX0" fmla="*/ 444500 w 2146300"/>
              <a:gd name="connsiteY0" fmla="*/ 0 h 1397000"/>
              <a:gd name="connsiteX1" fmla="*/ 0 w 2146300"/>
              <a:gd name="connsiteY1" fmla="*/ 530225 h 1397000"/>
              <a:gd name="connsiteX2" fmla="*/ 2146300 w 2146300"/>
              <a:gd name="connsiteY2" fmla="*/ 1397000 h 1397000"/>
              <a:gd name="connsiteX3" fmla="*/ 2122487 w 2146300"/>
              <a:gd name="connsiteY3" fmla="*/ 573088 h 1397000"/>
              <a:gd name="connsiteX4" fmla="*/ 444500 w 2146300"/>
              <a:gd name="connsiteY4" fmla="*/ 0 h 1397000"/>
              <a:gd name="connsiteX0" fmla="*/ 444500 w 2122488"/>
              <a:gd name="connsiteY0" fmla="*/ 0 h 1392237"/>
              <a:gd name="connsiteX1" fmla="*/ 0 w 2122488"/>
              <a:gd name="connsiteY1" fmla="*/ 530225 h 1392237"/>
              <a:gd name="connsiteX2" fmla="*/ 2122488 w 2122488"/>
              <a:gd name="connsiteY2" fmla="*/ 1392237 h 1392237"/>
              <a:gd name="connsiteX3" fmla="*/ 2122487 w 2122488"/>
              <a:gd name="connsiteY3" fmla="*/ 573088 h 1392237"/>
              <a:gd name="connsiteX4" fmla="*/ 444500 w 2122488"/>
              <a:gd name="connsiteY4" fmla="*/ 0 h 1392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488" h="1392237">
                <a:moveTo>
                  <a:pt x="444500" y="0"/>
                </a:moveTo>
                <a:lnTo>
                  <a:pt x="0" y="530225"/>
                </a:lnTo>
                <a:lnTo>
                  <a:pt x="2122488" y="1392237"/>
                </a:lnTo>
                <a:cubicBezTo>
                  <a:pt x="2122488" y="1119187"/>
                  <a:pt x="2122487" y="846138"/>
                  <a:pt x="2122487" y="573088"/>
                </a:cubicBezTo>
                <a:lnTo>
                  <a:pt x="444500" y="0"/>
                </a:lnTo>
                <a:close/>
              </a:path>
            </a:pathLst>
          </a:custGeom>
          <a:solidFill>
            <a:srgbClr val="6B6C6E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ihandform 53"/>
          <p:cNvSpPr/>
          <p:nvPr/>
        </p:nvSpPr>
        <p:spPr bwMode="gray">
          <a:xfrm>
            <a:off x="6069305" y="4736064"/>
            <a:ext cx="1913498" cy="1304795"/>
          </a:xfrm>
          <a:custGeom>
            <a:avLst/>
            <a:gdLst>
              <a:gd name="connsiteX0" fmla="*/ 0 w 1997075"/>
              <a:gd name="connsiteY0" fmla="*/ 558800 h 1374775"/>
              <a:gd name="connsiteX1" fmla="*/ 3175 w 1997075"/>
              <a:gd name="connsiteY1" fmla="*/ 1374775 h 1374775"/>
              <a:gd name="connsiteX2" fmla="*/ 1997075 w 1997075"/>
              <a:gd name="connsiteY2" fmla="*/ 533400 h 1374775"/>
              <a:gd name="connsiteX3" fmla="*/ 1574800 w 1997075"/>
              <a:gd name="connsiteY3" fmla="*/ 0 h 1374775"/>
              <a:gd name="connsiteX4" fmla="*/ 0 w 1997075"/>
              <a:gd name="connsiteY4" fmla="*/ 558800 h 1374775"/>
              <a:gd name="connsiteX0" fmla="*/ 0 w 2016125"/>
              <a:gd name="connsiteY0" fmla="*/ 558800 h 1374775"/>
              <a:gd name="connsiteX1" fmla="*/ 22225 w 2016125"/>
              <a:gd name="connsiteY1" fmla="*/ 1374775 h 1374775"/>
              <a:gd name="connsiteX2" fmla="*/ 2016125 w 2016125"/>
              <a:gd name="connsiteY2" fmla="*/ 533400 h 1374775"/>
              <a:gd name="connsiteX3" fmla="*/ 1593850 w 2016125"/>
              <a:gd name="connsiteY3" fmla="*/ 0 h 1374775"/>
              <a:gd name="connsiteX4" fmla="*/ 0 w 2016125"/>
              <a:gd name="connsiteY4" fmla="*/ 558800 h 1374775"/>
              <a:gd name="connsiteX0" fmla="*/ 0 w 2016125"/>
              <a:gd name="connsiteY0" fmla="*/ 558800 h 1374775"/>
              <a:gd name="connsiteX1" fmla="*/ 794 w 2016125"/>
              <a:gd name="connsiteY1" fmla="*/ 1374775 h 1374775"/>
              <a:gd name="connsiteX2" fmla="*/ 2016125 w 2016125"/>
              <a:gd name="connsiteY2" fmla="*/ 533400 h 1374775"/>
              <a:gd name="connsiteX3" fmla="*/ 1593850 w 2016125"/>
              <a:gd name="connsiteY3" fmla="*/ 0 h 1374775"/>
              <a:gd name="connsiteX4" fmla="*/ 0 w 2016125"/>
              <a:gd name="connsiteY4" fmla="*/ 558800 h 137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6125" h="1374775">
                <a:moveTo>
                  <a:pt x="0" y="558800"/>
                </a:moveTo>
                <a:cubicBezTo>
                  <a:pt x="1058" y="830792"/>
                  <a:pt x="-264" y="1102783"/>
                  <a:pt x="794" y="1374775"/>
                </a:cubicBezTo>
                <a:lnTo>
                  <a:pt x="2016125" y="533400"/>
                </a:lnTo>
                <a:lnTo>
                  <a:pt x="1593850" y="0"/>
                </a:lnTo>
                <a:lnTo>
                  <a:pt x="0" y="558800"/>
                </a:lnTo>
                <a:close/>
              </a:path>
            </a:pathLst>
          </a:custGeom>
          <a:solidFill>
            <a:srgbClr val="6B6C6E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ihandform 54"/>
          <p:cNvSpPr/>
          <p:nvPr/>
        </p:nvSpPr>
        <p:spPr bwMode="gray">
          <a:xfrm>
            <a:off x="4483320" y="4268989"/>
            <a:ext cx="3109811" cy="997430"/>
          </a:xfrm>
          <a:custGeom>
            <a:avLst/>
            <a:gdLst>
              <a:gd name="connsiteX0" fmla="*/ 0 w 3276600"/>
              <a:gd name="connsiteY0" fmla="*/ 473075 h 1050925"/>
              <a:gd name="connsiteX1" fmla="*/ 1628775 w 3276600"/>
              <a:gd name="connsiteY1" fmla="*/ 0 h 1050925"/>
              <a:gd name="connsiteX2" fmla="*/ 3276600 w 3276600"/>
              <a:gd name="connsiteY2" fmla="*/ 495300 h 1050925"/>
              <a:gd name="connsiteX3" fmla="*/ 1698625 w 3276600"/>
              <a:gd name="connsiteY3" fmla="*/ 1050925 h 1050925"/>
              <a:gd name="connsiteX4" fmla="*/ 0 w 3276600"/>
              <a:gd name="connsiteY4" fmla="*/ 473075 h 1050925"/>
              <a:gd name="connsiteX0" fmla="*/ 0 w 3276600"/>
              <a:gd name="connsiteY0" fmla="*/ 473075 h 1050925"/>
              <a:gd name="connsiteX1" fmla="*/ 1628775 w 3276600"/>
              <a:gd name="connsiteY1" fmla="*/ 0 h 1050925"/>
              <a:gd name="connsiteX2" fmla="*/ 3276600 w 3276600"/>
              <a:gd name="connsiteY2" fmla="*/ 495300 h 1050925"/>
              <a:gd name="connsiteX3" fmla="*/ 1681956 w 3276600"/>
              <a:gd name="connsiteY3" fmla="*/ 1050925 h 1050925"/>
              <a:gd name="connsiteX4" fmla="*/ 0 w 3276600"/>
              <a:gd name="connsiteY4" fmla="*/ 473075 h 1050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6600" h="1050925">
                <a:moveTo>
                  <a:pt x="0" y="473075"/>
                </a:moveTo>
                <a:lnTo>
                  <a:pt x="1628775" y="0"/>
                </a:lnTo>
                <a:lnTo>
                  <a:pt x="3276600" y="495300"/>
                </a:lnTo>
                <a:lnTo>
                  <a:pt x="1681956" y="1050925"/>
                </a:lnTo>
                <a:lnTo>
                  <a:pt x="0" y="473075"/>
                </a:lnTo>
                <a:close/>
              </a:path>
            </a:pathLst>
          </a:custGeom>
          <a:solidFill>
            <a:srgbClr val="838487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ihandform 49"/>
          <p:cNvSpPr/>
          <p:nvPr/>
        </p:nvSpPr>
        <p:spPr bwMode="gray">
          <a:xfrm>
            <a:off x="4561667" y="4095719"/>
            <a:ext cx="1514224" cy="1035850"/>
          </a:xfrm>
          <a:custGeom>
            <a:avLst/>
            <a:gdLst>
              <a:gd name="connsiteX0" fmla="*/ 457200 w 1609725"/>
              <a:gd name="connsiteY0" fmla="*/ 0 h 1089025"/>
              <a:gd name="connsiteX1" fmla="*/ 1603375 w 1609725"/>
              <a:gd name="connsiteY1" fmla="*/ 323850 h 1089025"/>
              <a:gd name="connsiteX2" fmla="*/ 1609725 w 1609725"/>
              <a:gd name="connsiteY2" fmla="*/ 1089025 h 1089025"/>
              <a:gd name="connsiteX3" fmla="*/ 0 w 1609725"/>
              <a:gd name="connsiteY3" fmla="*/ 549275 h 1089025"/>
              <a:gd name="connsiteX4" fmla="*/ 457200 w 1609725"/>
              <a:gd name="connsiteY4" fmla="*/ 0 h 1089025"/>
              <a:gd name="connsiteX0" fmla="*/ 457200 w 1609725"/>
              <a:gd name="connsiteY0" fmla="*/ 0 h 1089025"/>
              <a:gd name="connsiteX1" fmla="*/ 1593850 w 1609725"/>
              <a:gd name="connsiteY1" fmla="*/ 323850 h 1089025"/>
              <a:gd name="connsiteX2" fmla="*/ 1609725 w 1609725"/>
              <a:gd name="connsiteY2" fmla="*/ 1089025 h 1089025"/>
              <a:gd name="connsiteX3" fmla="*/ 0 w 1609725"/>
              <a:gd name="connsiteY3" fmla="*/ 549275 h 1089025"/>
              <a:gd name="connsiteX4" fmla="*/ 457200 w 1609725"/>
              <a:gd name="connsiteY4" fmla="*/ 0 h 1089025"/>
              <a:gd name="connsiteX0" fmla="*/ 457200 w 1595437"/>
              <a:gd name="connsiteY0" fmla="*/ 0 h 1086644"/>
              <a:gd name="connsiteX1" fmla="*/ 1593850 w 1595437"/>
              <a:gd name="connsiteY1" fmla="*/ 323850 h 1086644"/>
              <a:gd name="connsiteX2" fmla="*/ 1595437 w 1595437"/>
              <a:gd name="connsiteY2" fmla="*/ 1086644 h 1086644"/>
              <a:gd name="connsiteX3" fmla="*/ 0 w 1595437"/>
              <a:gd name="connsiteY3" fmla="*/ 549275 h 1086644"/>
              <a:gd name="connsiteX4" fmla="*/ 457200 w 1595437"/>
              <a:gd name="connsiteY4" fmla="*/ 0 h 1086644"/>
              <a:gd name="connsiteX0" fmla="*/ 459582 w 1595437"/>
              <a:gd name="connsiteY0" fmla="*/ 0 h 1091406"/>
              <a:gd name="connsiteX1" fmla="*/ 1593850 w 1595437"/>
              <a:gd name="connsiteY1" fmla="*/ 328612 h 1091406"/>
              <a:gd name="connsiteX2" fmla="*/ 1595437 w 1595437"/>
              <a:gd name="connsiteY2" fmla="*/ 1091406 h 1091406"/>
              <a:gd name="connsiteX3" fmla="*/ 0 w 1595437"/>
              <a:gd name="connsiteY3" fmla="*/ 554037 h 1091406"/>
              <a:gd name="connsiteX4" fmla="*/ 459582 w 1595437"/>
              <a:gd name="connsiteY4" fmla="*/ 0 h 109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5437" h="1091406">
                <a:moveTo>
                  <a:pt x="459582" y="0"/>
                </a:moveTo>
                <a:lnTo>
                  <a:pt x="1593850" y="328612"/>
                </a:lnTo>
                <a:cubicBezTo>
                  <a:pt x="1595967" y="583670"/>
                  <a:pt x="1593320" y="836348"/>
                  <a:pt x="1595437" y="1091406"/>
                </a:cubicBezTo>
                <a:lnTo>
                  <a:pt x="0" y="554037"/>
                </a:lnTo>
                <a:lnTo>
                  <a:pt x="459582" y="0"/>
                </a:lnTo>
                <a:close/>
              </a:path>
            </a:pathLst>
          </a:custGeom>
          <a:solidFill>
            <a:srgbClr val="BBBCBD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ihandform 50"/>
          <p:cNvSpPr/>
          <p:nvPr/>
        </p:nvSpPr>
        <p:spPr bwMode="gray">
          <a:xfrm>
            <a:off x="6075138" y="4115307"/>
            <a:ext cx="1439643" cy="1017017"/>
          </a:xfrm>
          <a:custGeom>
            <a:avLst/>
            <a:gdLst>
              <a:gd name="connsiteX0" fmla="*/ 0 w 1504950"/>
              <a:gd name="connsiteY0" fmla="*/ 304800 h 1076325"/>
              <a:gd name="connsiteX1" fmla="*/ 1069975 w 1504950"/>
              <a:gd name="connsiteY1" fmla="*/ 0 h 1076325"/>
              <a:gd name="connsiteX2" fmla="*/ 1504950 w 1504950"/>
              <a:gd name="connsiteY2" fmla="*/ 555625 h 1076325"/>
              <a:gd name="connsiteX3" fmla="*/ 3175 w 1504950"/>
              <a:gd name="connsiteY3" fmla="*/ 1076325 h 1076325"/>
              <a:gd name="connsiteX4" fmla="*/ 0 w 1504950"/>
              <a:gd name="connsiteY4" fmla="*/ 304800 h 1076325"/>
              <a:gd name="connsiteX0" fmla="*/ 0 w 1514475"/>
              <a:gd name="connsiteY0" fmla="*/ 311944 h 1076325"/>
              <a:gd name="connsiteX1" fmla="*/ 1079500 w 1514475"/>
              <a:gd name="connsiteY1" fmla="*/ 0 h 1076325"/>
              <a:gd name="connsiteX2" fmla="*/ 1514475 w 1514475"/>
              <a:gd name="connsiteY2" fmla="*/ 555625 h 1076325"/>
              <a:gd name="connsiteX3" fmla="*/ 12700 w 1514475"/>
              <a:gd name="connsiteY3" fmla="*/ 1076325 h 1076325"/>
              <a:gd name="connsiteX4" fmla="*/ 0 w 1514475"/>
              <a:gd name="connsiteY4" fmla="*/ 311944 h 1076325"/>
              <a:gd name="connsiteX0" fmla="*/ 1780 w 1516255"/>
              <a:gd name="connsiteY0" fmla="*/ 311944 h 1071563"/>
              <a:gd name="connsiteX1" fmla="*/ 1081280 w 1516255"/>
              <a:gd name="connsiteY1" fmla="*/ 0 h 1071563"/>
              <a:gd name="connsiteX2" fmla="*/ 1516255 w 1516255"/>
              <a:gd name="connsiteY2" fmla="*/ 555625 h 1071563"/>
              <a:gd name="connsiteX3" fmla="*/ 192 w 1516255"/>
              <a:gd name="connsiteY3" fmla="*/ 1071563 h 1071563"/>
              <a:gd name="connsiteX4" fmla="*/ 1780 w 1516255"/>
              <a:gd name="connsiteY4" fmla="*/ 311944 h 1071563"/>
              <a:gd name="connsiteX0" fmla="*/ 0 w 1516856"/>
              <a:gd name="connsiteY0" fmla="*/ 311944 h 1071563"/>
              <a:gd name="connsiteX1" fmla="*/ 1081881 w 1516856"/>
              <a:gd name="connsiteY1" fmla="*/ 0 h 1071563"/>
              <a:gd name="connsiteX2" fmla="*/ 1516856 w 1516856"/>
              <a:gd name="connsiteY2" fmla="*/ 555625 h 1071563"/>
              <a:gd name="connsiteX3" fmla="*/ 793 w 1516856"/>
              <a:gd name="connsiteY3" fmla="*/ 1071563 h 1071563"/>
              <a:gd name="connsiteX4" fmla="*/ 0 w 1516856"/>
              <a:gd name="connsiteY4" fmla="*/ 311944 h 1071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6856" h="1071563">
                <a:moveTo>
                  <a:pt x="0" y="311944"/>
                </a:moveTo>
                <a:lnTo>
                  <a:pt x="1081881" y="0"/>
                </a:lnTo>
                <a:lnTo>
                  <a:pt x="1516856" y="555625"/>
                </a:lnTo>
                <a:lnTo>
                  <a:pt x="793" y="1071563"/>
                </a:lnTo>
                <a:cubicBezTo>
                  <a:pt x="-265" y="814388"/>
                  <a:pt x="1058" y="569119"/>
                  <a:pt x="0" y="311944"/>
                </a:cubicBezTo>
                <a:close/>
              </a:path>
            </a:pathLst>
          </a:custGeom>
          <a:solidFill>
            <a:srgbClr val="BBBCBD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ihandform 51"/>
          <p:cNvSpPr/>
          <p:nvPr/>
        </p:nvSpPr>
        <p:spPr bwMode="gray">
          <a:xfrm>
            <a:off x="4998607" y="3806995"/>
            <a:ext cx="2102224" cy="611085"/>
          </a:xfrm>
          <a:custGeom>
            <a:avLst/>
            <a:gdLst>
              <a:gd name="connsiteX0" fmla="*/ 0 w 2222500"/>
              <a:gd name="connsiteY0" fmla="*/ 311150 h 641350"/>
              <a:gd name="connsiteX1" fmla="*/ 1149350 w 2222500"/>
              <a:gd name="connsiteY1" fmla="*/ 641350 h 641350"/>
              <a:gd name="connsiteX2" fmla="*/ 2222500 w 2222500"/>
              <a:gd name="connsiteY2" fmla="*/ 327025 h 641350"/>
              <a:gd name="connsiteX3" fmla="*/ 1139825 w 2222500"/>
              <a:gd name="connsiteY3" fmla="*/ 0 h 641350"/>
              <a:gd name="connsiteX4" fmla="*/ 0 w 2222500"/>
              <a:gd name="connsiteY4" fmla="*/ 311150 h 641350"/>
              <a:gd name="connsiteX0" fmla="*/ 0 w 2222500"/>
              <a:gd name="connsiteY0" fmla="*/ 311150 h 641350"/>
              <a:gd name="connsiteX1" fmla="*/ 1132681 w 2222500"/>
              <a:gd name="connsiteY1" fmla="*/ 641350 h 641350"/>
              <a:gd name="connsiteX2" fmla="*/ 2222500 w 2222500"/>
              <a:gd name="connsiteY2" fmla="*/ 327025 h 641350"/>
              <a:gd name="connsiteX3" fmla="*/ 1139825 w 2222500"/>
              <a:gd name="connsiteY3" fmla="*/ 0 h 641350"/>
              <a:gd name="connsiteX4" fmla="*/ 0 w 2222500"/>
              <a:gd name="connsiteY4" fmla="*/ 311150 h 641350"/>
              <a:gd name="connsiteX0" fmla="*/ 0 w 2212464"/>
              <a:gd name="connsiteY0" fmla="*/ 311150 h 641350"/>
              <a:gd name="connsiteX1" fmla="*/ 1132681 w 2212464"/>
              <a:gd name="connsiteY1" fmla="*/ 641350 h 641350"/>
              <a:gd name="connsiteX2" fmla="*/ 2212464 w 2212464"/>
              <a:gd name="connsiteY2" fmla="*/ 329533 h 641350"/>
              <a:gd name="connsiteX3" fmla="*/ 1139825 w 2212464"/>
              <a:gd name="connsiteY3" fmla="*/ 0 h 641350"/>
              <a:gd name="connsiteX4" fmla="*/ 0 w 2212464"/>
              <a:gd name="connsiteY4" fmla="*/ 311150 h 641350"/>
              <a:gd name="connsiteX0" fmla="*/ 0 w 2214973"/>
              <a:gd name="connsiteY0" fmla="*/ 311150 h 641350"/>
              <a:gd name="connsiteX1" fmla="*/ 1132681 w 2214973"/>
              <a:gd name="connsiteY1" fmla="*/ 641350 h 641350"/>
              <a:gd name="connsiteX2" fmla="*/ 2214973 w 2214973"/>
              <a:gd name="connsiteY2" fmla="*/ 329533 h 641350"/>
              <a:gd name="connsiteX3" fmla="*/ 1139825 w 2214973"/>
              <a:gd name="connsiteY3" fmla="*/ 0 h 641350"/>
              <a:gd name="connsiteX4" fmla="*/ 0 w 2214973"/>
              <a:gd name="connsiteY4" fmla="*/ 311150 h 641350"/>
              <a:gd name="connsiteX0" fmla="*/ 0 w 2214973"/>
              <a:gd name="connsiteY0" fmla="*/ 311150 h 643860"/>
              <a:gd name="connsiteX1" fmla="*/ 1135191 w 2214973"/>
              <a:gd name="connsiteY1" fmla="*/ 643860 h 643860"/>
              <a:gd name="connsiteX2" fmla="*/ 2214973 w 2214973"/>
              <a:gd name="connsiteY2" fmla="*/ 329533 h 643860"/>
              <a:gd name="connsiteX3" fmla="*/ 1139825 w 2214973"/>
              <a:gd name="connsiteY3" fmla="*/ 0 h 643860"/>
              <a:gd name="connsiteX4" fmla="*/ 0 w 2214973"/>
              <a:gd name="connsiteY4" fmla="*/ 311150 h 64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4973" h="643860">
                <a:moveTo>
                  <a:pt x="0" y="311150"/>
                </a:moveTo>
                <a:lnTo>
                  <a:pt x="1135191" y="643860"/>
                </a:lnTo>
                <a:lnTo>
                  <a:pt x="2214973" y="329533"/>
                </a:lnTo>
                <a:lnTo>
                  <a:pt x="1139825" y="0"/>
                </a:lnTo>
                <a:lnTo>
                  <a:pt x="0" y="311150"/>
                </a:lnTo>
                <a:close/>
              </a:path>
            </a:pathLst>
          </a:custGeom>
          <a:solidFill>
            <a:srgbClr val="E3E3E3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ihandform 46"/>
          <p:cNvSpPr/>
          <p:nvPr/>
        </p:nvSpPr>
        <p:spPr bwMode="gray">
          <a:xfrm>
            <a:off x="5076009" y="3464596"/>
            <a:ext cx="1009483" cy="832532"/>
          </a:xfrm>
          <a:custGeom>
            <a:avLst/>
            <a:gdLst>
              <a:gd name="connsiteX0" fmla="*/ 473075 w 1063625"/>
              <a:gd name="connsiteY0" fmla="*/ 0 h 873125"/>
              <a:gd name="connsiteX1" fmla="*/ 1063625 w 1063625"/>
              <a:gd name="connsiteY1" fmla="*/ 133350 h 873125"/>
              <a:gd name="connsiteX2" fmla="*/ 1063625 w 1063625"/>
              <a:gd name="connsiteY2" fmla="*/ 873125 h 873125"/>
              <a:gd name="connsiteX3" fmla="*/ 0 w 1063625"/>
              <a:gd name="connsiteY3" fmla="*/ 577850 h 873125"/>
              <a:gd name="connsiteX4" fmla="*/ 473075 w 1063625"/>
              <a:gd name="connsiteY4" fmla="*/ 0 h 87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3625" h="873125">
                <a:moveTo>
                  <a:pt x="473075" y="0"/>
                </a:moveTo>
                <a:lnTo>
                  <a:pt x="1063625" y="133350"/>
                </a:lnTo>
                <a:lnTo>
                  <a:pt x="1063625" y="873125"/>
                </a:lnTo>
                <a:lnTo>
                  <a:pt x="0" y="577850"/>
                </a:lnTo>
                <a:lnTo>
                  <a:pt x="473075" y="0"/>
                </a:lnTo>
                <a:close/>
              </a:path>
            </a:pathLst>
          </a:custGeom>
          <a:solidFill>
            <a:schemeClr val="accent1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ihandform 47"/>
          <p:cNvSpPr/>
          <p:nvPr/>
        </p:nvSpPr>
        <p:spPr bwMode="gray">
          <a:xfrm>
            <a:off x="6077398" y="3482496"/>
            <a:ext cx="955242" cy="816627"/>
          </a:xfrm>
          <a:custGeom>
            <a:avLst/>
            <a:gdLst>
              <a:gd name="connsiteX0" fmla="*/ 0 w 1006475"/>
              <a:gd name="connsiteY0" fmla="*/ 117475 h 860425"/>
              <a:gd name="connsiteX1" fmla="*/ 546100 w 1006475"/>
              <a:gd name="connsiteY1" fmla="*/ 0 h 860425"/>
              <a:gd name="connsiteX2" fmla="*/ 1006475 w 1006475"/>
              <a:gd name="connsiteY2" fmla="*/ 577850 h 860425"/>
              <a:gd name="connsiteX3" fmla="*/ 0 w 1006475"/>
              <a:gd name="connsiteY3" fmla="*/ 860425 h 860425"/>
              <a:gd name="connsiteX4" fmla="*/ 0 w 1006475"/>
              <a:gd name="connsiteY4" fmla="*/ 117475 h 86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475" h="860425">
                <a:moveTo>
                  <a:pt x="0" y="117475"/>
                </a:moveTo>
                <a:lnTo>
                  <a:pt x="546100" y="0"/>
                </a:lnTo>
                <a:lnTo>
                  <a:pt x="1006475" y="577850"/>
                </a:lnTo>
                <a:lnTo>
                  <a:pt x="0" y="860425"/>
                </a:lnTo>
                <a:cubicBezTo>
                  <a:pt x="1058" y="613833"/>
                  <a:pt x="2117" y="367242"/>
                  <a:pt x="0" y="117475"/>
                </a:cubicBezTo>
                <a:close/>
              </a:path>
            </a:pathLst>
          </a:custGeom>
          <a:solidFill>
            <a:schemeClr val="accent1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ihandform 44"/>
          <p:cNvSpPr/>
          <p:nvPr/>
        </p:nvSpPr>
        <p:spPr bwMode="gray">
          <a:xfrm>
            <a:off x="5604298" y="2813525"/>
            <a:ext cx="476115" cy="668971"/>
          </a:xfrm>
          <a:custGeom>
            <a:avLst/>
            <a:gdLst>
              <a:gd name="connsiteX0" fmla="*/ 488950 w 501650"/>
              <a:gd name="connsiteY0" fmla="*/ 0 h 704850"/>
              <a:gd name="connsiteX1" fmla="*/ 0 w 501650"/>
              <a:gd name="connsiteY1" fmla="*/ 590550 h 704850"/>
              <a:gd name="connsiteX2" fmla="*/ 501650 w 501650"/>
              <a:gd name="connsiteY2" fmla="*/ 704850 h 704850"/>
              <a:gd name="connsiteX3" fmla="*/ 488950 w 501650"/>
              <a:gd name="connsiteY3" fmla="*/ 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650" h="704850">
                <a:moveTo>
                  <a:pt x="488950" y="0"/>
                </a:moveTo>
                <a:lnTo>
                  <a:pt x="0" y="590550"/>
                </a:lnTo>
                <a:lnTo>
                  <a:pt x="501650" y="704850"/>
                </a:lnTo>
                <a:lnTo>
                  <a:pt x="488950" y="0"/>
                </a:lnTo>
                <a:close/>
              </a:path>
            </a:pathLst>
          </a:custGeom>
          <a:solidFill>
            <a:schemeClr val="accent3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ihandform 45"/>
          <p:cNvSpPr/>
          <p:nvPr/>
        </p:nvSpPr>
        <p:spPr bwMode="gray">
          <a:xfrm>
            <a:off x="6058527" y="2810511"/>
            <a:ext cx="455021" cy="671984"/>
          </a:xfrm>
          <a:custGeom>
            <a:avLst/>
            <a:gdLst>
              <a:gd name="connsiteX0" fmla="*/ 0 w 479425"/>
              <a:gd name="connsiteY0" fmla="*/ 0 h 708025"/>
              <a:gd name="connsiteX1" fmla="*/ 9525 w 479425"/>
              <a:gd name="connsiteY1" fmla="*/ 708025 h 708025"/>
              <a:gd name="connsiteX2" fmla="*/ 479425 w 479425"/>
              <a:gd name="connsiteY2" fmla="*/ 609600 h 708025"/>
              <a:gd name="connsiteX3" fmla="*/ 0 w 479425"/>
              <a:gd name="connsiteY3" fmla="*/ 0 h 708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9425" h="708025">
                <a:moveTo>
                  <a:pt x="0" y="0"/>
                </a:moveTo>
                <a:lnTo>
                  <a:pt x="9525" y="708025"/>
                </a:lnTo>
                <a:lnTo>
                  <a:pt x="479425" y="609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Placeholder 10"/>
          <p:cNvSpPr txBox="1">
            <a:spLocks/>
          </p:cNvSpPr>
          <p:nvPr/>
        </p:nvSpPr>
        <p:spPr bwMode="gray">
          <a:xfrm>
            <a:off x="334545" y="4686764"/>
            <a:ext cx="3195583" cy="403635"/>
          </a:xfrm>
          <a:prstGeom prst="rect">
            <a:avLst/>
          </a:prstGeom>
        </p:spPr>
        <p:txBody>
          <a:bodyPr lIns="0" tIns="3600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6B6C6E"/>
                </a:solidFill>
              </a:rPr>
              <a:t>Description 4</a:t>
            </a:r>
          </a:p>
        </p:txBody>
      </p:sp>
      <p:sp>
        <p:nvSpPr>
          <p:cNvPr id="32" name="Text Placeholder 9"/>
          <p:cNvSpPr txBox="1">
            <a:spLocks/>
          </p:cNvSpPr>
          <p:nvPr/>
        </p:nvSpPr>
        <p:spPr bwMode="gray">
          <a:xfrm>
            <a:off x="364986" y="3847465"/>
            <a:ext cx="2995640" cy="6291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400" b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  <a:p>
            <a:pPr lvl="1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</p:txBody>
      </p:sp>
      <p:sp>
        <p:nvSpPr>
          <p:cNvPr id="33" name="Text Placeholder 9"/>
          <p:cNvSpPr txBox="1">
            <a:spLocks/>
          </p:cNvSpPr>
          <p:nvPr/>
        </p:nvSpPr>
        <p:spPr bwMode="gray">
          <a:xfrm>
            <a:off x="364986" y="5111373"/>
            <a:ext cx="2995640" cy="6291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400" b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rgbClr val="6B6C6E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  <a:p>
            <a:pPr lvl="1">
              <a:buClr>
                <a:srgbClr val="6B6C6E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</p:txBody>
      </p:sp>
      <p:sp>
        <p:nvSpPr>
          <p:cNvPr id="34" name="Text Placeholder 9"/>
          <p:cNvSpPr txBox="1">
            <a:spLocks/>
          </p:cNvSpPr>
          <p:nvPr/>
        </p:nvSpPr>
        <p:spPr bwMode="gray">
          <a:xfrm>
            <a:off x="8855115" y="3102694"/>
            <a:ext cx="2995640" cy="6291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400" b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r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  <a:p>
            <a:pPr lvl="1" algn="r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</p:txBody>
      </p:sp>
      <p:sp>
        <p:nvSpPr>
          <p:cNvPr id="35" name="Text Placeholder 9"/>
          <p:cNvSpPr txBox="1">
            <a:spLocks/>
          </p:cNvSpPr>
          <p:nvPr/>
        </p:nvSpPr>
        <p:spPr bwMode="gray">
          <a:xfrm>
            <a:off x="8855115" y="4431259"/>
            <a:ext cx="2995640" cy="6291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400" b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r">
              <a:buClr>
                <a:srgbClr val="BBBCBD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  <a:p>
            <a:pPr lvl="1" algn="r">
              <a:buClr>
                <a:srgbClr val="BBBCBD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C0D61D-26E4-4760-A04D-D11109C70A1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758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ster_NEW">
  <a:themeElements>
    <a:clrScheme name="Heraeus Blue1">
      <a:dk1>
        <a:srgbClr val="000000"/>
      </a:dk1>
      <a:lt1>
        <a:srgbClr val="FFFFFF"/>
      </a:lt1>
      <a:dk2>
        <a:srgbClr val="535456"/>
      </a:dk2>
      <a:lt2>
        <a:srgbClr val="F6F6F6"/>
      </a:lt2>
      <a:accent1>
        <a:srgbClr val="007EB9"/>
      </a:accent1>
      <a:accent2>
        <a:srgbClr val="37A8E0"/>
      </a:accent2>
      <a:accent3>
        <a:srgbClr val="84C5ED"/>
      </a:accent3>
      <a:accent4>
        <a:srgbClr val="C8E2F7"/>
      </a:accent4>
      <a:accent5>
        <a:srgbClr val="002E63"/>
      </a:accent5>
      <a:accent6>
        <a:srgbClr val="00559D"/>
      </a:accent6>
      <a:hlink>
        <a:srgbClr val="007EB9"/>
      </a:hlink>
      <a:folHlink>
        <a:srgbClr val="838487"/>
      </a:folHlink>
    </a:clrScheme>
    <a:fontScheme name="Arial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E3E3E3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>
          <a:defRPr dirty="0" err="1" smtClean="0">
            <a:solidFill>
              <a:schemeClr val="tx2">
                <a:lumMod val="75000"/>
              </a:schemeClr>
            </a:solidFill>
          </a:defRPr>
        </a:defPPr>
      </a:lstStyle>
    </a:txDef>
  </a:objectDefaults>
  <a:extraClrSchemeLst/>
  <a:custClrLst>
    <a:custClr name="Dark Gray">
      <a:srgbClr val="535456"/>
    </a:custClr>
    <a:custClr name="Deep Gray (Palladium)">
      <a:srgbClr val="6B6C6E"/>
    </a:custClr>
    <a:custClr name="Heraeus Gray (Platinum)">
      <a:srgbClr val="838487"/>
    </a:custClr>
    <a:custClr name="Light Gray (Silver)">
      <a:srgbClr val="BBBCBD"/>
    </a:custClr>
    <a:custClr name="Soft Gray">
      <a:srgbClr val="E3E3E3"/>
    </a:custClr>
    <a:custClr name="Pale Gray">
      <a:srgbClr val="F6F6F6"/>
    </a:custClr>
    <a:custClr name="Dark Blue">
      <a:srgbClr val="002E63"/>
    </a:custClr>
    <a:custClr name="Deep Blue">
      <a:srgbClr val="00559D"/>
    </a:custClr>
    <a:custClr name="Heraeus Blue">
      <a:srgbClr val="007EB9"/>
    </a:custClr>
    <a:custClr name="Light Blue">
      <a:srgbClr val="37A8E0"/>
    </a:custClr>
    <a:custClr name="Soft Blue">
      <a:srgbClr val="84C5ED"/>
    </a:custClr>
    <a:custClr name="Pale Blue">
      <a:srgbClr val="C8E2F7"/>
    </a:custClr>
    <a:custClr name="Dark Green">
      <a:srgbClr val="0C5A28"/>
    </a:custClr>
    <a:custClr name="Deep Green">
      <a:srgbClr val="3B8933"/>
    </a:custClr>
    <a:custClr name="Heraeus Green">
      <a:srgbClr val="72B904"/>
    </a:custClr>
    <a:custClr name="Light Green">
      <a:srgbClr val="BAD150"/>
    </a:custClr>
    <a:custClr name="Soft Green">
      <a:srgbClr val="DBE38F"/>
    </a:custClr>
    <a:custClr name="Pale Green">
      <a:srgbClr val="ECF2DA"/>
    </a:custClr>
    <a:custClr name="Dark Yellow (Gold)">
      <a:srgbClr val="A58000"/>
    </a:custClr>
    <a:custClr name="Deep Yellow">
      <a:srgbClr val="DEA600"/>
    </a:custClr>
    <a:custClr name="Heraeus Yellow">
      <a:srgbClr val="FFD200"/>
    </a:custClr>
    <a:custClr name="Light Yellow">
      <a:srgbClr val="FFDF43"/>
    </a:custClr>
    <a:custClr name="Soft Yellow">
      <a:srgbClr val="FFEB7F"/>
    </a:custClr>
    <a:custClr name="Pale Yellow">
      <a:srgbClr val="FFF9C7"/>
    </a:custClr>
    <a:custClr name="Dark Orange">
      <a:srgbClr val="9D140E"/>
    </a:custClr>
    <a:custClr name="Deep Orange">
      <a:srgbClr val="BF420C"/>
    </a:custClr>
    <a:custClr name="Heraeus Orange">
      <a:srgbClr val="EF8700"/>
    </a:custClr>
    <a:custClr name="Light Orange">
      <a:srgbClr val="F7A83B"/>
    </a:custClr>
    <a:custClr name="Soft Orange">
      <a:srgbClr val="FDD490"/>
    </a:custClr>
    <a:custClr name="Pale Orange">
      <a:srgbClr val="FEECD5"/>
    </a:custClr>
    <a:custClr name="Dark Purple">
      <a:srgbClr val="520937"/>
    </a:custClr>
    <a:custClr name="Deep Purple">
      <a:srgbClr val="7F1557"/>
    </a:custClr>
    <a:custClr name="Heraeus Purple">
      <a:srgbClr val="9B006B"/>
    </a:custClr>
    <a:custClr name="Light Purple">
      <a:srgbClr val="BD6392"/>
    </a:custClr>
    <a:custClr name="Soft Purple">
      <a:srgbClr val="E3ADC3"/>
    </a:custClr>
    <a:custClr name="Pale Purple">
      <a:srgbClr val="E9DAE5"/>
    </a:custClr>
  </a:custClrLst>
  <a:extLst>
    <a:ext uri="{05A4C25C-085E-4340-85A3-A5531E510DB2}">
      <thm15:themeFamily xmlns:thm15="http://schemas.microsoft.com/office/thememl/2012/main" name="Title_Slide_Pool.potx" id="{AAB35D65-0521-458D-9168-8B9D53B9717D}" vid="{50FCEBC9-CD63-4333-94BC-2AC189134D7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Title_Slide_Pool</Template>
  <TotalTime>0</TotalTime>
  <Words>805</Words>
  <Application>Microsoft Office PowerPoint</Application>
  <PresentationFormat>Breitbild</PresentationFormat>
  <Paragraphs>124</Paragraphs>
  <Slides>8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Wingdings</vt:lpstr>
      <vt:lpstr>Master_NEW</vt:lpstr>
      <vt:lpstr>PowerPoint-Präsentation</vt:lpstr>
      <vt:lpstr>Agenda – 6 topics</vt:lpstr>
      <vt:lpstr>4 boxes with icons</vt:lpstr>
      <vt:lpstr>3 boxes with icons</vt:lpstr>
      <vt:lpstr>4 boxes with icons</vt:lpstr>
      <vt:lpstr>3 boxes</vt:lpstr>
      <vt:lpstr>Insert your Headline here</vt:lpstr>
      <vt:lpstr>Pyramid 3D – 4 items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Akalai, Nassim</dc:creator>
  <cp:lastModifiedBy>Akalai, Nassim</cp:lastModifiedBy>
  <cp:revision>3</cp:revision>
  <dcterms:created xsi:type="dcterms:W3CDTF">2026-09-22T17:53:56Z</dcterms:created>
  <dcterms:modified xsi:type="dcterms:W3CDTF">2026-09-22T18:57:30Z</dcterms:modified>
</cp:coreProperties>
</file>