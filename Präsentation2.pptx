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62" r:id="rId2"/>
    <p:sldId id="259" r:id="rId3"/>
    <p:sldId id="354" r:id="rId4"/>
    <p:sldId id="265" r:id="rId5"/>
    <p:sldId id="256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E4D844-C0E7-4D17-A31B-7875B7617EF9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701EDA-00D2-41CF-97AA-B4F4CFAFAF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1260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736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51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F6135-C96D-7E9A-876F-0733755D1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34A59A5-2B91-26E7-07D6-C879395E1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B6FA4D-8950-A6CB-ADA5-DB11136A3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2428-30A7-4A92-892A-80D95CF085B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3DA6B0-6B7E-A66E-C40D-037219EC7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481423-A07C-540E-D68C-F48E6ED6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E708-6C1F-42BA-A667-649EA9C07B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447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8A379-DF78-3D95-E9BF-94C71D7B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1786A9-AF53-E30E-6112-3FDEC17AB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DF6B37-4E78-1EF3-07A1-115250D8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2428-30A7-4A92-892A-80D95CF085B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424BA3-0CF0-3C11-E0EB-A5A461BB1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FE1C89-E8B0-FA70-A4D5-9E9A3DF69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E708-6C1F-42BA-A667-649EA9C07B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0142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57E82C-968F-6EC5-CE7B-AFAD19F3D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5D6798-563E-448B-8E65-144C23A1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A5C195-BF93-689E-988C-1864CC453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2428-30A7-4A92-892A-80D95CF085B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665FD5-2723-7947-78D5-75344E89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6FD408-46D4-55D9-AE2B-4FE2A871F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E708-6C1F-42BA-A667-649EA9C07B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921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D9A873-8EDA-C428-6385-8005FD065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2668FD-C2B7-D778-B83A-5B2E682F3C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C77EE4C-2AB8-101C-4A0F-BDDED85EF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C94922-C53C-C1AD-BE07-F4A166A6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2428-30A7-4A92-892A-80D95CF085B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5B61CF-6018-5C6F-29A8-8D19C6F03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4A8EE0-66E5-1FBA-65DC-F319162E6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E708-6C1F-42BA-A667-649EA9C07B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808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E9813E-8180-D2B7-DF19-69CDE5619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F5ED62-D78D-6205-9976-2007E1D81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9F939E8-19C1-B891-57F4-CBF9D275B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C79BA27-80C6-EB67-217C-0052D30683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6892012-248A-1E09-93F2-DA3C7E6A17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7F9D2F6-CB01-E00C-513A-CBB2ECDED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2428-30A7-4A92-892A-80D95CF085B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715CA74-3F6E-80B3-74F1-C4BCF99FC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BCDEBF7-4926-8C61-BE1F-3D474164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E708-6C1F-42BA-A667-649EA9C07B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454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BDFC71-F6E6-CBC5-2801-81032C391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58A589E-F949-F498-E19C-E70E5C9F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2428-30A7-4A92-892A-80D95CF085B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AF2CC0-085F-9536-0132-3B8BB655A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0F0655-4E87-09BB-83C4-4418FF81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E708-6C1F-42BA-A667-649EA9C07B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3323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5226F0D-6678-87FA-6CB2-E37C1098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2428-30A7-4A92-892A-80D95CF085B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463B436-EF34-DBFB-76B7-C4107DE80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AA29CF-CF02-0236-0C57-35C917D7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E708-6C1F-42BA-A667-649EA9C07B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1754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A4E397-4EE6-953B-6291-11A3BB10E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00A1B6-DA6C-8E3C-16E1-99895315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4A9775-1397-03EA-8B53-EA4B7FA0E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3A7A47-A8CC-1986-4F50-E6A197170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2428-30A7-4A92-892A-80D95CF085B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19F017-1B3E-7F73-7300-857889182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968074-2BAB-972B-91EC-DF2F88C4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E708-6C1F-42BA-A667-649EA9C07B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3684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AFF3A6-56B0-54BD-D33B-C86A3149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58C6B53-EA65-D65E-1CDF-E0C4B51E1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67941A-D93C-DAF8-3D03-47E484ED4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866AD1-BCF3-B885-350A-6CDEF6E12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2428-30A7-4A92-892A-80D95CF085B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ACDCE2-93DC-C127-A82C-FC532336D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C783E3-3289-95EC-8B1B-559FBECC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E708-6C1F-42BA-A667-649EA9C07B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8687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C77295-A426-32C4-0E01-94E96B51F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A6DCC3C-1DE6-A276-105F-5ED537B7B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8B04F3-2A9C-8441-CF22-B404D2E51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2428-30A7-4A92-892A-80D95CF085B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0C37EE-C30A-DF53-09AD-80525003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B104BC-527D-9AAE-BF02-EBB704FB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E708-6C1F-42BA-A667-649EA9C07B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0035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1E002BF-328B-89D7-4EF7-965A26DCE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0D96954-A7B1-F47D-8FE7-640ACD668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A9DCA9-A70D-B126-DA7A-DC4F4EE92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2428-30A7-4A92-892A-80D95CF085B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7405A8-372C-D79E-AADE-2D6109E39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21F848-F3EC-4117-7D16-B4ACA8209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E708-6C1F-42BA-A667-649EA9C07B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3145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 bwMode="gray">
          <a:xfrm>
            <a:off x="0" y="765174"/>
            <a:ext cx="12191187" cy="6092825"/>
          </a:xfrm>
          <a:solidFill>
            <a:srgbClr val="BBBCBD"/>
          </a:solidFill>
        </p:spPr>
        <p:txBody>
          <a:bodyPr tIns="720000" anchor="ctr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34963" y="3968750"/>
            <a:ext cx="5760511" cy="1728880"/>
          </a:xfrm>
          <a:solidFill>
            <a:schemeClr val="bg1"/>
          </a:solidFill>
        </p:spPr>
        <p:txBody>
          <a:bodyPr wrap="square" lIns="144000" tIns="432000" rIns="144000" bIns="0" anchor="b">
            <a:sp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Headline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Maximum </a:t>
            </a:r>
            <a:br>
              <a:rPr lang="de-DE" dirty="0"/>
            </a:br>
            <a:r>
              <a:rPr lang="de-DE" dirty="0"/>
              <a:t>Three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4963" y="5697630"/>
            <a:ext cx="5760511" cy="433553"/>
          </a:xfrm>
          <a:solidFill>
            <a:schemeClr val="bg1"/>
          </a:solidFill>
        </p:spPr>
        <p:txBody>
          <a:bodyPr lIns="144000" tIns="72000" rIns="144000" bIns="144000" anchor="b">
            <a:noAutofit/>
          </a:bodyPr>
          <a:lstStyle>
            <a:lvl1pPr marL="0" indent="0" algn="l">
              <a:buNone/>
              <a:defRPr sz="1400" b="0">
                <a:solidFill>
                  <a:schemeClr val="tx2"/>
                </a:solidFill>
              </a:defRPr>
            </a:lvl1pPr>
            <a:lvl2pPr marL="0" indent="0" algn="l"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buNone/>
              <a:defRPr>
                <a:solidFill>
                  <a:schemeClr val="bg1"/>
                </a:solidFill>
              </a:defRPr>
            </a:lvl3pPr>
            <a:lvl4pPr marL="0" indent="0" algn="l"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Optional: max.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subline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info</a:t>
            </a:r>
            <a:r>
              <a:rPr lang="de-DE" dirty="0"/>
              <a:t> like Date, Place, Speaker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49B0168-770F-4801-9C13-0838EAD3EC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6131181"/>
            <a:ext cx="5760511" cy="36000"/>
          </a:xfrm>
          <a:solidFill>
            <a:schemeClr val="accent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398E6D-33D6-46F7-8AFA-388FFEAE2094}"/>
              </a:ext>
            </a:extLst>
          </p:cNvPr>
          <p:cNvGrpSpPr/>
          <p:nvPr userDrawn="1"/>
        </p:nvGrpSpPr>
        <p:grpSpPr>
          <a:xfrm>
            <a:off x="10873960" y="-640207"/>
            <a:ext cx="3747547" cy="3038619"/>
            <a:chOff x="10873960" y="-640207"/>
            <a:chExt cx="3747547" cy="30386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D20D68B-838B-49EC-B5FD-F8575DA971C5}"/>
                </a:ext>
              </a:extLst>
            </p:cNvPr>
            <p:cNvGrpSpPr/>
            <p:nvPr/>
          </p:nvGrpSpPr>
          <p:grpSpPr>
            <a:xfrm>
              <a:off x="10953277" y="-560858"/>
              <a:ext cx="3668230" cy="2959270"/>
              <a:chOff x="10951850" y="-560858"/>
              <a:chExt cx="3667753" cy="2959270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2DB86D0-A38B-46C2-822E-9075FA7CE18F}"/>
                  </a:ext>
                </a:extLst>
              </p:cNvPr>
              <p:cNvGrpSpPr/>
              <p:nvPr/>
            </p:nvGrpSpPr>
            <p:grpSpPr bwMode="gray">
              <a:xfrm>
                <a:off x="12339910" y="702002"/>
                <a:ext cx="2279693" cy="1696410"/>
                <a:chOff x="12338304" y="702002"/>
                <a:chExt cx="2279396" cy="1696410"/>
              </a:xfrm>
              <a:solidFill>
                <a:srgbClr val="9B006B"/>
              </a:solidFill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6C35ACA-FFE5-4D07-87CA-69EB152877AB}"/>
                    </a:ext>
                  </a:extLst>
                </p:cNvPr>
                <p:cNvSpPr/>
                <p:nvPr/>
              </p:nvSpPr>
              <p:spPr bwMode="gray">
                <a:xfrm>
                  <a:off x="12338304" y="702002"/>
                  <a:ext cx="2279396" cy="169641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44000" tIns="144000" rIns="144000" bIns="144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note: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chose a title image as you like.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To access ready-to-use title slide options, please go to File &gt; New &gt; and open the Title Slide Pool. </a:t>
                  </a:r>
                  <a:endParaRPr lang="en-US" sz="1200" kern="1200" dirty="0">
                    <a:solidFill>
                      <a:schemeClr val="bg1"/>
                    </a:solidFill>
                    <a:effectLst/>
                    <a:latin typeface="+mn-l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762C505-B72C-4E31-8D49-23011A8B442A}"/>
                    </a:ext>
                  </a:extLst>
                </p:cNvPr>
                <p:cNvCxnSpPr/>
                <p:nvPr/>
              </p:nvCxnSpPr>
              <p:spPr bwMode="gray">
                <a:xfrm>
                  <a:off x="12470002" y="1065467"/>
                  <a:ext cx="2016000" cy="0"/>
                </a:xfrm>
                <a:prstGeom prst="line">
                  <a:avLst/>
                </a:prstGeom>
                <a:grpFill/>
                <a:ln w="6350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1B616AB-AC4C-4535-8AA8-FA274A5A6CDF}"/>
                  </a:ext>
                </a:extLst>
              </p:cNvPr>
              <p:cNvSpPr/>
              <p:nvPr userDrawn="1"/>
            </p:nvSpPr>
            <p:spPr bwMode="gray">
              <a:xfrm>
                <a:off x="10951850" y="-560858"/>
                <a:ext cx="489302" cy="489302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dirty="0" err="1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9A90105-7DD1-4635-A357-65AA3E3DBB77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 bwMode="gray">
              <a:xfrm flipV="1">
                <a:off x="11441152" y="-318096"/>
                <a:ext cx="1044762" cy="1889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79EC5FA-7FF7-40AB-BC64-526CC9BE9186}"/>
                  </a:ext>
                </a:extLst>
              </p:cNvPr>
              <p:cNvCxnSpPr/>
              <p:nvPr/>
            </p:nvCxnSpPr>
            <p:spPr bwMode="gray">
              <a:xfrm flipV="1">
                <a:off x="12471625" y="-322859"/>
                <a:ext cx="0" cy="1152540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D089EA6-D662-4D5B-8457-79120918B7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3960" y="-640207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11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7415D5-38BB-48D1-8432-FBC44DF1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B77BA0E3-6B2C-4990-ACFE-BD6ACD40365A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61F149-E92B-4962-8F7A-E73AC1DE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E73C8FA-C947-4A34-87C5-61064CF0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47BDC61-A510-43BF-B972-608927F3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4663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ildplatzhalter 27">
            <a:extLst>
              <a:ext uri="{FF2B5EF4-FFF2-40B4-BE49-F238E27FC236}">
                <a16:creationId xmlns:a16="http://schemas.microsoft.com/office/drawing/2014/main" id="{6FE7DCC3-36C3-4864-8FAC-9BD36D98D80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44027" y="1589637"/>
            <a:ext cx="3613011" cy="2159013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4" name="Bildplatzhalter 27">
            <a:extLst>
              <a:ext uri="{FF2B5EF4-FFF2-40B4-BE49-F238E27FC236}">
                <a16:creationId xmlns:a16="http://schemas.microsoft.com/office/drawing/2014/main" id="{DF3C1791-FBD9-4BC3-9322-41B9B0D3C2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99909" y="1589669"/>
            <a:ext cx="3606454" cy="21563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7" name="Textplatzhalter 29">
            <a:extLst>
              <a:ext uri="{FF2B5EF4-FFF2-40B4-BE49-F238E27FC236}">
                <a16:creationId xmlns:a16="http://schemas.microsoft.com/office/drawing/2014/main" id="{ABBF58A8-1EDF-4AA1-916D-46D91DCF0E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6260" y="3968750"/>
            <a:ext cx="3588866" cy="2410406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.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1592263"/>
            <a:ext cx="3606455" cy="21563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3756" y="3968750"/>
            <a:ext cx="3588867" cy="2413000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</a:p>
        </p:txBody>
      </p:sp>
      <p:sp>
        <p:nvSpPr>
          <p:cNvPr id="41" name="Textplatzhalter 29">
            <a:extLst>
              <a:ext uri="{FF2B5EF4-FFF2-40B4-BE49-F238E27FC236}">
                <a16:creationId xmlns:a16="http://schemas.microsoft.com/office/drawing/2014/main" id="{D5AA0C8B-C3F2-46D1-82A2-DE2CC24AA68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52821" y="3968750"/>
            <a:ext cx="3595391" cy="2413000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B20DD99-0390-405A-A290-EAB8B2BFD5D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algn="r"/>
            <a:fld id="{BC0D0C6A-7F0B-4708-AF90-23B582515616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6545783-B76C-44E6-8F61-6485E286CD0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F227043-03C2-4DB7-B4E9-1E27905F375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77934011-2113-4671-9F8E-4F33CBA3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9132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0" y="765174"/>
            <a:ext cx="5988050" cy="6092825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2EF6EBB-6B2D-4A01-AE8E-436D61F236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0" y="1592262"/>
            <a:ext cx="5653088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A23FD4-D874-4D71-94BC-E70EC65EB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950" y="876475"/>
            <a:ext cx="5653088" cy="536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966C04-233A-4A76-92A1-041834A5C64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21B02EF-12AB-486B-8430-A643CD2150DD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FA2E52-CA74-4A4F-9A04-DB759643704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DDB9838-23B9-4CF4-82FA-A8A368A9F03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803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D8A44CD-5663-2B68-E22B-301B166C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B469E9-A8AD-A3E2-ED38-18B0B7306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5B7047-4974-C65C-DA11-16620E3F9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32428-30A7-4A92-892A-80D95CF085B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DCB9DB-406E-48AF-33FF-A31D2DA7C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11DCEF-ABB3-CB3B-551A-91C39799E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8E708-6C1F-42BA-A667-649EA9C07B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389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10">
            <a:extLst>
              <a:ext uri="{FF2B5EF4-FFF2-40B4-BE49-F238E27FC236}">
                <a16:creationId xmlns:a16="http://schemas.microsoft.com/office/drawing/2014/main" id="{3C19B778-A1A8-4864-9551-EBA05E17CCD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E7C73B-9353-4195-A6EF-11E895EF7E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A3C7B8-4295-4F05-97EA-0017FE2715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FB3B72-2784-4A49-821E-7D474C7B06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25000" lnSpcReduction="20000"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4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EF7C350-3AC0-4E54-9391-C754A956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9" name="Titel 88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Agenda – 6 topics</a:t>
            </a:r>
          </a:p>
        </p:txBody>
      </p:sp>
      <p:graphicFrame>
        <p:nvGraphicFramePr>
          <p:cNvPr id="10" name="Tabelle 3">
            <a:extLst>
              <a:ext uri="{FF2B5EF4-FFF2-40B4-BE49-F238E27FC236}">
                <a16:creationId xmlns:a16="http://schemas.microsoft.com/office/drawing/2014/main" id="{F5DFD5FB-95E9-45AF-BEE2-71DDB0700978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2040133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48805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1" name="Tabelle 3">
            <a:extLst>
              <a:ext uri="{FF2B5EF4-FFF2-40B4-BE49-F238E27FC236}">
                <a16:creationId xmlns:a16="http://schemas.microsoft.com/office/drawing/2014/main" id="{AC288C2F-8DE0-4B89-A02F-46CEAAB65FD6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3230750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2" name="Tabelle 3">
            <a:extLst>
              <a:ext uri="{FF2B5EF4-FFF2-40B4-BE49-F238E27FC236}">
                <a16:creationId xmlns:a16="http://schemas.microsoft.com/office/drawing/2014/main" id="{662EA7AE-EDD9-481D-AAF4-CFB591D3145D}"/>
              </a:ext>
            </a:extLst>
          </p:cNvPr>
          <p:cNvGraphicFramePr>
            <a:graphicFrameLocks noGrp="1"/>
          </p:cNvGraphicFramePr>
          <p:nvPr/>
        </p:nvGraphicFramePr>
        <p:xfrm>
          <a:off x="6210476" y="2040132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3" name="Tabelle 3">
            <a:extLst>
              <a:ext uri="{FF2B5EF4-FFF2-40B4-BE49-F238E27FC236}">
                <a16:creationId xmlns:a16="http://schemas.microsoft.com/office/drawing/2014/main" id="{649364C6-EEC6-4BCD-B867-629030FDBF93}"/>
              </a:ext>
            </a:extLst>
          </p:cNvPr>
          <p:cNvGraphicFramePr>
            <a:graphicFrameLocks noGrp="1"/>
          </p:cNvGraphicFramePr>
          <p:nvPr/>
        </p:nvGraphicFramePr>
        <p:xfrm>
          <a:off x="6203949" y="3230750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4" name="Tabelle 3">
            <a:extLst>
              <a:ext uri="{FF2B5EF4-FFF2-40B4-BE49-F238E27FC236}">
                <a16:creationId xmlns:a16="http://schemas.microsoft.com/office/drawing/2014/main" id="{4FDE5039-700F-475B-BFD1-AF580FF3A403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4421367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5" name="Tabelle 3">
            <a:extLst>
              <a:ext uri="{FF2B5EF4-FFF2-40B4-BE49-F238E27FC236}">
                <a16:creationId xmlns:a16="http://schemas.microsoft.com/office/drawing/2014/main" id="{448FF128-3FB0-4AE3-8C20-A4A111D096D5}"/>
              </a:ext>
            </a:extLst>
          </p:cNvPr>
          <p:cNvGraphicFramePr>
            <a:graphicFrameLocks noGrp="1"/>
          </p:cNvGraphicFramePr>
          <p:nvPr/>
        </p:nvGraphicFramePr>
        <p:xfrm>
          <a:off x="6203949" y="4421367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6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B62E8-F12A-41BB-B96C-832DA897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873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platzhalter 8">
            <a:extLst>
              <a:ext uri="{FF2B5EF4-FFF2-40B4-BE49-F238E27FC236}">
                <a16:creationId xmlns:a16="http://schemas.microsoft.com/office/drawing/2014/main" id="{E04B746D-380C-49C4-8857-70A37A21278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765175"/>
            <a:ext cx="5986463" cy="6092825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C297AFF1-FB5A-4DF5-BAF2-E47EF19B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Insert your Headline here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E22C90-2DF1-45EC-ADA9-8627C2726E1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F93A26-7188-4BA5-8868-D6F75BEAE95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692E9762-B249-4912-9DE6-FDCD38852802}"/>
              </a:ext>
            </a:extLst>
          </p:cNvPr>
          <p:cNvSpPr txBox="1">
            <a:spLocks/>
          </p:cNvSpPr>
          <p:nvPr/>
        </p:nvSpPr>
        <p:spPr>
          <a:xfrm>
            <a:off x="7119869" y="2275313"/>
            <a:ext cx="3426387" cy="629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Text </a:t>
            </a:r>
            <a:r>
              <a:rPr lang="de-DE" dirty="0" err="1"/>
              <a:t>here</a:t>
            </a:r>
            <a:r>
              <a:rPr lang="de-DE" dirty="0"/>
              <a:t>,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fine</a:t>
            </a:r>
            <a:r>
              <a:rPr lang="de-DE" dirty="0"/>
              <a:t>. </a:t>
            </a:r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D8203352-F7A4-4BE6-85D5-9B0F6B7528A7}"/>
              </a:ext>
            </a:extLst>
          </p:cNvPr>
          <p:cNvSpPr txBox="1">
            <a:spLocks/>
          </p:cNvSpPr>
          <p:nvPr/>
        </p:nvSpPr>
        <p:spPr>
          <a:xfrm>
            <a:off x="7119869" y="3972419"/>
            <a:ext cx="3426387" cy="629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Text </a:t>
            </a:r>
            <a:r>
              <a:rPr lang="de-DE" dirty="0" err="1"/>
              <a:t>here</a:t>
            </a:r>
            <a:r>
              <a:rPr lang="de-DE" dirty="0"/>
              <a:t>,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fine</a:t>
            </a:r>
            <a:r>
              <a:rPr lang="de-DE" dirty="0"/>
              <a:t>. </a:t>
            </a:r>
          </a:p>
        </p:txBody>
      </p:sp>
      <p:sp>
        <p:nvSpPr>
          <p:cNvPr id="9" name="Textplatzhalter 1">
            <a:extLst>
              <a:ext uri="{FF2B5EF4-FFF2-40B4-BE49-F238E27FC236}">
                <a16:creationId xmlns:a16="http://schemas.microsoft.com/office/drawing/2014/main" id="{FE2FF746-F2EF-4ED9-8695-B5EF427E00DF}"/>
              </a:ext>
            </a:extLst>
          </p:cNvPr>
          <p:cNvSpPr txBox="1">
            <a:spLocks/>
          </p:cNvSpPr>
          <p:nvPr/>
        </p:nvSpPr>
        <p:spPr>
          <a:xfrm>
            <a:off x="7119869" y="5669524"/>
            <a:ext cx="3426387" cy="629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Text </a:t>
            </a:r>
            <a:r>
              <a:rPr lang="de-DE" dirty="0" err="1"/>
              <a:t>here</a:t>
            </a:r>
            <a:r>
              <a:rPr lang="de-DE" dirty="0"/>
              <a:t>,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fine</a:t>
            </a:r>
            <a:r>
              <a:rPr lang="de-DE" dirty="0"/>
              <a:t>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25430B-42E6-42F6-A888-9BC4CFC99F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8263" y="3289370"/>
            <a:ext cx="609600" cy="609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75DBAFA-6093-4EED-8C30-C5A65D4036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8262" y="1592263"/>
            <a:ext cx="609600" cy="609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751A7A0-A7A7-4C7D-AC0B-705A2F74FE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8264" y="498647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38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Placeholder 26"/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0" b="70"/>
          <a:stretch/>
        </p:blipFill>
        <p:spPr/>
      </p:pic>
      <p:pic>
        <p:nvPicPr>
          <p:cNvPr id="26" name="Picture Placeholder 25"/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" r="3"/>
          <a:stretch/>
        </p:blipFill>
        <p:spPr/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CD40C5AA-E95E-44F9-A031-FF4ED5E8DEC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dirty="0"/>
              <a:t>This text can be replaced with your own text.</a:t>
            </a:r>
          </a:p>
          <a:p>
            <a:pPr lvl="1"/>
            <a:r>
              <a:rPr lang="en-US" dirty="0"/>
              <a:t>This is placeholder text. All phrases can be replaced with your own text.</a:t>
            </a:r>
          </a:p>
          <a:p>
            <a:pPr lvl="1"/>
            <a:r>
              <a:rPr lang="en-US" dirty="0"/>
              <a:t>This text can be replaced with your own text.</a:t>
            </a:r>
          </a:p>
        </p:txBody>
      </p:sp>
      <p:pic>
        <p:nvPicPr>
          <p:cNvPr id="12" name="Picture Placeholder 24">
            <a:extLst>
              <a:ext uri="{FF2B5EF4-FFF2-40B4-BE49-F238E27FC236}">
                <a16:creationId xmlns:a16="http://schemas.microsoft.com/office/drawing/2014/main" id="{EDD26B81-8D6A-4135-B3D6-3EBFA7F1906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" b="56"/>
          <a:stretch/>
        </p:blipFill>
        <p:spPr/>
      </p:pic>
      <p:sp>
        <p:nvSpPr>
          <p:cNvPr id="9" name="Textplatzhalter 8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dirty="0"/>
              <a:t>This text can be replaced with your own text.</a:t>
            </a:r>
          </a:p>
          <a:p>
            <a:pPr lvl="1"/>
            <a:r>
              <a:rPr lang="en-US" dirty="0"/>
              <a:t>This is placeholder text. All phrases can be replaced with your own text.</a:t>
            </a:r>
          </a:p>
          <a:p>
            <a:pPr lvl="1"/>
            <a:r>
              <a:rPr lang="en-US" dirty="0"/>
              <a:t>This text can be replaced with your own text.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B54941A8-8C09-45AF-A855-4ADE6509950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dirty="0"/>
              <a:t>This text can be replaced with your own text.</a:t>
            </a:r>
          </a:p>
          <a:p>
            <a:pPr lvl="1"/>
            <a:r>
              <a:rPr lang="en-US" dirty="0"/>
              <a:t>This is placeholder text. All phrases can be replaced with your own text.</a:t>
            </a:r>
          </a:p>
          <a:p>
            <a:pPr lvl="1"/>
            <a:r>
              <a:rPr lang="en-US" dirty="0"/>
              <a:t>This text can be replaced with your own text.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02FDE3-B373-4E8B-9E7D-B108C4FF461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 boxes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0EDE8-74C7-43DA-AFF2-1BD68F3E886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09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2880B4-FB86-0DBF-C962-B4743E003D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DDAE5A-7A47-62FB-6309-F9A82C1BC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7260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</Words>
  <Application>Microsoft Office PowerPoint</Application>
  <PresentationFormat>Breitbild</PresentationFormat>
  <Paragraphs>47</Paragraphs>
  <Slides>5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</vt:lpstr>
      <vt:lpstr>PowerPoint-Präsentation</vt:lpstr>
      <vt:lpstr>Agenda – 6 topics</vt:lpstr>
      <vt:lpstr>Insert your Headline here</vt:lpstr>
      <vt:lpstr>3 boxes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Akalai, Nassim</dc:creator>
  <cp:lastModifiedBy>Akalai, Nassim</cp:lastModifiedBy>
  <cp:revision>1</cp:revision>
  <dcterms:created xsi:type="dcterms:W3CDTF">2026-09-22T17:51:49Z</dcterms:created>
  <dcterms:modified xsi:type="dcterms:W3CDTF">2026-09-22T17:51:54Z</dcterms:modified>
</cp:coreProperties>
</file>