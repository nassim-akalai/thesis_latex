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4"/>
  </p:sldMasterIdLst>
  <p:notesMasterIdLst>
    <p:notesMasterId r:id="rId44"/>
  </p:notesMasterIdLst>
  <p:sldIdLst>
    <p:sldId id="362" r:id="rId5"/>
    <p:sldId id="259" r:id="rId6"/>
    <p:sldId id="3932" r:id="rId7"/>
    <p:sldId id="3933" r:id="rId8"/>
    <p:sldId id="3935" r:id="rId9"/>
    <p:sldId id="3973" r:id="rId10"/>
    <p:sldId id="3962" r:id="rId11"/>
    <p:sldId id="3961" r:id="rId12"/>
    <p:sldId id="3965" r:id="rId13"/>
    <p:sldId id="3966" r:id="rId14"/>
    <p:sldId id="3963" r:id="rId15"/>
    <p:sldId id="3964" r:id="rId16"/>
    <p:sldId id="3931" r:id="rId17"/>
    <p:sldId id="3934" r:id="rId18"/>
    <p:sldId id="3937" r:id="rId19"/>
    <p:sldId id="3956" r:id="rId20"/>
    <p:sldId id="3941" r:id="rId21"/>
    <p:sldId id="3957" r:id="rId22"/>
    <p:sldId id="3938" r:id="rId23"/>
    <p:sldId id="3958" r:id="rId24"/>
    <p:sldId id="3959" r:id="rId25"/>
    <p:sldId id="3939" r:id="rId26"/>
    <p:sldId id="3942" r:id="rId27"/>
    <p:sldId id="3943" r:id="rId28"/>
    <p:sldId id="3945" r:id="rId29"/>
    <p:sldId id="3946" r:id="rId30"/>
    <p:sldId id="3944" r:id="rId31"/>
    <p:sldId id="3947" r:id="rId32"/>
    <p:sldId id="3960" r:id="rId33"/>
    <p:sldId id="3948" r:id="rId34"/>
    <p:sldId id="3949" r:id="rId35"/>
    <p:sldId id="3953" r:id="rId36"/>
    <p:sldId id="3970" r:id="rId37"/>
    <p:sldId id="3950" r:id="rId38"/>
    <p:sldId id="3969" r:id="rId39"/>
    <p:sldId id="3954" r:id="rId40"/>
    <p:sldId id="3952" r:id="rId41"/>
    <p:sldId id="3967" r:id="rId42"/>
    <p:sldId id="3972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3912337E-59C7-476B-9FED-8B65A94F1CFE}">
          <p14:sldIdLst>
            <p14:sldId id="362"/>
            <p14:sldId id="259"/>
          </p14:sldIdLst>
        </p14:section>
        <p14:section name="Einführung" id="{C7C836F8-0141-4168-B0CD-69088379F684}">
          <p14:sldIdLst>
            <p14:sldId id="3932"/>
            <p14:sldId id="3933"/>
          </p14:sldIdLst>
        </p14:section>
        <p14:section name="Backend Team" id="{AA8BACBD-9964-49B5-9705-185C4495E9BF}">
          <p14:sldIdLst>
            <p14:sldId id="3935"/>
            <p14:sldId id="3973"/>
          </p14:sldIdLst>
        </p14:section>
        <p14:section name="Daily Tools" id="{636D7424-7F9D-441A-B50C-C8FCEDEC5883}">
          <p14:sldIdLst>
            <p14:sldId id="3962"/>
            <p14:sldId id="3961"/>
            <p14:sldId id="3965"/>
            <p14:sldId id="3966"/>
            <p14:sldId id="3963"/>
            <p14:sldId id="3964"/>
          </p14:sldIdLst>
        </p14:section>
        <p14:section name="Projekt 1" id="{E18A3627-1D31-4242-A26B-4FDED877A89D}">
          <p14:sldIdLst>
            <p14:sldId id="3931"/>
            <p14:sldId id="3934"/>
            <p14:sldId id="3937"/>
            <p14:sldId id="3956"/>
            <p14:sldId id="3941"/>
            <p14:sldId id="3957"/>
            <p14:sldId id="3938"/>
            <p14:sldId id="3958"/>
            <p14:sldId id="3959"/>
          </p14:sldIdLst>
        </p14:section>
        <p14:section name="Projekt 2" id="{4282B3FB-7412-4C2F-B558-7BDA586BCC26}">
          <p14:sldIdLst>
            <p14:sldId id="3939"/>
            <p14:sldId id="3942"/>
            <p14:sldId id="3943"/>
            <p14:sldId id="3945"/>
            <p14:sldId id="3946"/>
            <p14:sldId id="3944"/>
            <p14:sldId id="3947"/>
            <p14:sldId id="3960"/>
          </p14:sldIdLst>
        </p14:section>
        <p14:section name="Projekt 3" id="{D035FB18-9A29-4CBD-A13F-E78C5E3BE27A}">
          <p14:sldIdLst>
            <p14:sldId id="3948"/>
            <p14:sldId id="3949"/>
            <p14:sldId id="3953"/>
            <p14:sldId id="3970"/>
            <p14:sldId id="3950"/>
            <p14:sldId id="3969"/>
            <p14:sldId id="3954"/>
            <p14:sldId id="3952"/>
            <p14:sldId id="3967"/>
          </p14:sldIdLst>
        </p14:section>
        <p14:section name="Reflexion" id="{ECCF3E0F-FCA1-41A6-8E9D-88A4DB87F018}">
          <p14:sldIdLst>
            <p14:sldId id="3972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8E2F7"/>
    <a:srgbClr val="007EB9"/>
    <a:srgbClr val="72B904"/>
    <a:srgbClr val="DBE38F"/>
    <a:srgbClr val="FFD200"/>
    <a:srgbClr val="FFEB7F"/>
    <a:srgbClr val="EF8700"/>
    <a:srgbClr val="FDD490"/>
    <a:srgbClr val="9B006B"/>
    <a:srgbClr val="E3AD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EAB490F-37B1-A63F-CFD8-C22999DDA4A9}" v="37" dt="2026-09-22T09:38:24.0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793" autoAdjust="0"/>
    <p:restoredTop sz="94660"/>
  </p:normalViewPr>
  <p:slideViewPr>
    <p:cSldViewPr snapToGrid="0">
      <p:cViewPr varScale="1">
        <p:scale>
          <a:sx n="165" d="100"/>
          <a:sy n="165" d="100"/>
        </p:scale>
        <p:origin x="2406" y="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0" d="100"/>
          <a:sy n="120" d="100"/>
        </p:scale>
        <p:origin x="4104" y="12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theme" Target="theme/theme1.xml"/><Relationship Id="rId50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kalai, Nassim" userId="S::u0007429@heraeus.com::fc3b3631-a1a3-4fa3-a048-a9bbc0124a55" providerId="AD" clId="Web-{8EAB490F-37B1-A63F-CFD8-C22999DDA4A9}"/>
    <pc:docChg chg="modSld">
      <pc:chgData name="Akalai, Nassim" userId="S::u0007429@heraeus.com::fc3b3631-a1a3-4fa3-a048-a9bbc0124a55" providerId="AD" clId="Web-{8EAB490F-37B1-A63F-CFD8-C22999DDA4A9}" dt="2026-09-22T09:38:19.754" v="27" actId="20577"/>
      <pc:docMkLst>
        <pc:docMk/>
      </pc:docMkLst>
      <pc:sldChg chg="modSp">
        <pc:chgData name="Akalai, Nassim" userId="S::u0007429@heraeus.com::fc3b3631-a1a3-4fa3-a048-a9bbc0124a55" providerId="AD" clId="Web-{8EAB490F-37B1-A63F-CFD8-C22999DDA4A9}" dt="2026-09-22T09:38:19.754" v="27" actId="20577"/>
        <pc:sldMkLst>
          <pc:docMk/>
          <pc:sldMk cId="3923904276" sldId="3934"/>
        </pc:sldMkLst>
        <pc:spChg chg="mod">
          <ac:chgData name="Akalai, Nassim" userId="S::u0007429@heraeus.com::fc3b3631-a1a3-4fa3-a048-a9bbc0124a55" providerId="AD" clId="Web-{8EAB490F-37B1-A63F-CFD8-C22999DDA4A9}" dt="2026-09-22T09:38:19.754" v="27" actId="20577"/>
          <ac:spMkLst>
            <pc:docMk/>
            <pc:sldMk cId="3923904276" sldId="3934"/>
            <ac:spMk id="4" creationId="{E632EA50-0185-5C8E-D918-49701EDF2A2B}"/>
          </ac:spMkLst>
        </pc:spChg>
      </pc:sldChg>
      <pc:sldChg chg="modSp">
        <pc:chgData name="Akalai, Nassim" userId="S::u0007429@heraeus.com::fc3b3631-a1a3-4fa3-a048-a9bbc0124a55" providerId="AD" clId="Web-{8EAB490F-37B1-A63F-CFD8-C22999DDA4A9}" dt="2026-09-22T09:23:19.579" v="7" actId="20577"/>
        <pc:sldMkLst>
          <pc:docMk/>
          <pc:sldMk cId="4283233423" sldId="3948"/>
        </pc:sldMkLst>
        <pc:spChg chg="mod">
          <ac:chgData name="Akalai, Nassim" userId="S::u0007429@heraeus.com::fc3b3631-a1a3-4fa3-a048-a9bbc0124a55" providerId="AD" clId="Web-{8EAB490F-37B1-A63F-CFD8-C22999DDA4A9}" dt="2026-09-22T09:23:19.579" v="7" actId="20577"/>
          <ac:spMkLst>
            <pc:docMk/>
            <pc:sldMk cId="4283233423" sldId="3948"/>
            <ac:spMk id="6" creationId="{CEEBD375-7323-7E72-0BC8-68923BAC1D48}"/>
          </ac:spMkLst>
        </pc:spChg>
        <pc:picChg chg="mod">
          <ac:chgData name="Akalai, Nassim" userId="S::u0007429@heraeus.com::fc3b3631-a1a3-4fa3-a048-a9bbc0124a55" providerId="AD" clId="Web-{8EAB490F-37B1-A63F-CFD8-C22999DDA4A9}" dt="2026-09-22T09:22:56.437" v="3" actId="14100"/>
          <ac:picMkLst>
            <pc:docMk/>
            <pc:sldMk cId="4283233423" sldId="3948"/>
            <ac:picMk id="18" creationId="{7ABA4CCB-4B59-290D-E279-A7B5D7506905}"/>
          </ac:picMkLst>
        </pc:picChg>
      </pc:sldChg>
      <pc:sldChg chg="modSp">
        <pc:chgData name="Akalai, Nassim" userId="S::u0007429@heraeus.com::fc3b3631-a1a3-4fa3-a048-a9bbc0124a55" providerId="AD" clId="Web-{8EAB490F-37B1-A63F-CFD8-C22999DDA4A9}" dt="2026-09-22T09:23:16.548" v="5" actId="20577"/>
        <pc:sldMkLst>
          <pc:docMk/>
          <pc:sldMk cId="1632942752" sldId="3949"/>
        </pc:sldMkLst>
        <pc:spChg chg="mod">
          <ac:chgData name="Akalai, Nassim" userId="S::u0007429@heraeus.com::fc3b3631-a1a3-4fa3-a048-a9bbc0124a55" providerId="AD" clId="Web-{8EAB490F-37B1-A63F-CFD8-C22999DDA4A9}" dt="2026-09-22T09:23:16.548" v="5" actId="20577"/>
          <ac:spMkLst>
            <pc:docMk/>
            <pc:sldMk cId="1632942752" sldId="3949"/>
            <ac:spMk id="6" creationId="{2EBAEAD4-411A-4794-169C-D37BF9A80C25}"/>
          </ac:spMkLst>
        </pc:spChg>
        <pc:picChg chg="mod">
          <ac:chgData name="Akalai, Nassim" userId="S::u0007429@heraeus.com::fc3b3631-a1a3-4fa3-a048-a9bbc0124a55" providerId="AD" clId="Web-{8EAB490F-37B1-A63F-CFD8-C22999DDA4A9}" dt="2026-09-22T09:23:05.266" v="4" actId="14100"/>
          <ac:picMkLst>
            <pc:docMk/>
            <pc:sldMk cId="1632942752" sldId="3949"/>
            <ac:picMk id="20" creationId="{819CCE6D-4DD8-6DC4-4919-9B4409781217}"/>
          </ac:picMkLst>
        </pc:picChg>
      </pc:sldChg>
      <pc:sldChg chg="modSp">
        <pc:chgData name="Akalai, Nassim" userId="S::u0007429@heraeus.com::fc3b3631-a1a3-4fa3-a048-a9bbc0124a55" providerId="AD" clId="Web-{8EAB490F-37B1-A63F-CFD8-C22999DDA4A9}" dt="2026-09-22T09:23:29.892" v="11" actId="20577"/>
        <pc:sldMkLst>
          <pc:docMk/>
          <pc:sldMk cId="3839297249" sldId="3950"/>
        </pc:sldMkLst>
        <pc:spChg chg="mod">
          <ac:chgData name="Akalai, Nassim" userId="S::u0007429@heraeus.com::fc3b3631-a1a3-4fa3-a048-a9bbc0124a55" providerId="AD" clId="Web-{8EAB490F-37B1-A63F-CFD8-C22999DDA4A9}" dt="2026-09-22T09:23:29.892" v="11" actId="20577"/>
          <ac:spMkLst>
            <pc:docMk/>
            <pc:sldMk cId="3839297249" sldId="3950"/>
            <ac:spMk id="6" creationId="{2B8ECDB8-4759-8181-B450-8472216D6703}"/>
          </ac:spMkLst>
        </pc:spChg>
      </pc:sldChg>
      <pc:sldChg chg="modSp">
        <pc:chgData name="Akalai, Nassim" userId="S::u0007429@heraeus.com::fc3b3631-a1a3-4fa3-a048-a9bbc0124a55" providerId="AD" clId="Web-{8EAB490F-37B1-A63F-CFD8-C22999DDA4A9}" dt="2026-09-22T09:23:38.611" v="17" actId="20577"/>
        <pc:sldMkLst>
          <pc:docMk/>
          <pc:sldMk cId="3039432702" sldId="3952"/>
        </pc:sldMkLst>
        <pc:spChg chg="mod">
          <ac:chgData name="Akalai, Nassim" userId="S::u0007429@heraeus.com::fc3b3631-a1a3-4fa3-a048-a9bbc0124a55" providerId="AD" clId="Web-{8EAB490F-37B1-A63F-CFD8-C22999DDA4A9}" dt="2026-09-22T09:23:38.611" v="17" actId="20577"/>
          <ac:spMkLst>
            <pc:docMk/>
            <pc:sldMk cId="3039432702" sldId="3952"/>
            <ac:spMk id="6" creationId="{255096E7-A7F7-9FF9-C766-B062082690E0}"/>
          </ac:spMkLst>
        </pc:spChg>
      </pc:sldChg>
      <pc:sldChg chg="modSp">
        <pc:chgData name="Akalai, Nassim" userId="S::u0007429@heraeus.com::fc3b3631-a1a3-4fa3-a048-a9bbc0124a55" providerId="AD" clId="Web-{8EAB490F-37B1-A63F-CFD8-C22999DDA4A9}" dt="2026-09-22T09:23:22.516" v="8" actId="20577"/>
        <pc:sldMkLst>
          <pc:docMk/>
          <pc:sldMk cId="3141039648" sldId="3953"/>
        </pc:sldMkLst>
        <pc:spChg chg="mod">
          <ac:chgData name="Akalai, Nassim" userId="S::u0007429@heraeus.com::fc3b3631-a1a3-4fa3-a048-a9bbc0124a55" providerId="AD" clId="Web-{8EAB490F-37B1-A63F-CFD8-C22999DDA4A9}" dt="2026-09-22T09:23:22.516" v="8" actId="20577"/>
          <ac:spMkLst>
            <pc:docMk/>
            <pc:sldMk cId="3141039648" sldId="3953"/>
            <ac:spMk id="6" creationId="{D5F41D66-FB7B-E7AA-8570-DFDD53DB779D}"/>
          </ac:spMkLst>
        </pc:spChg>
      </pc:sldChg>
      <pc:sldChg chg="modSp">
        <pc:chgData name="Akalai, Nassim" userId="S::u0007429@heraeus.com::fc3b3631-a1a3-4fa3-a048-a9bbc0124a55" providerId="AD" clId="Web-{8EAB490F-37B1-A63F-CFD8-C22999DDA4A9}" dt="2026-09-22T09:23:34.907" v="14" actId="20577"/>
        <pc:sldMkLst>
          <pc:docMk/>
          <pc:sldMk cId="1671602595" sldId="3954"/>
        </pc:sldMkLst>
        <pc:spChg chg="mod">
          <ac:chgData name="Akalai, Nassim" userId="S::u0007429@heraeus.com::fc3b3631-a1a3-4fa3-a048-a9bbc0124a55" providerId="AD" clId="Web-{8EAB490F-37B1-A63F-CFD8-C22999DDA4A9}" dt="2026-09-22T09:23:34.907" v="14" actId="20577"/>
          <ac:spMkLst>
            <pc:docMk/>
            <pc:sldMk cId="1671602595" sldId="3954"/>
            <ac:spMk id="6" creationId="{D1A4E7F1-D099-8F1B-0867-A3206892B00F}"/>
          </ac:spMkLst>
        </pc:spChg>
      </pc:sldChg>
      <pc:sldChg chg="modSp">
        <pc:chgData name="Akalai, Nassim" userId="S::u0007429@heraeus.com::fc3b3631-a1a3-4fa3-a048-a9bbc0124a55" providerId="AD" clId="Web-{8EAB490F-37B1-A63F-CFD8-C22999DDA4A9}" dt="2026-09-22T09:23:32.142" v="12" actId="20577"/>
        <pc:sldMkLst>
          <pc:docMk/>
          <pc:sldMk cId="3163730574" sldId="3969"/>
        </pc:sldMkLst>
        <pc:spChg chg="mod">
          <ac:chgData name="Akalai, Nassim" userId="S::u0007429@heraeus.com::fc3b3631-a1a3-4fa3-a048-a9bbc0124a55" providerId="AD" clId="Web-{8EAB490F-37B1-A63F-CFD8-C22999DDA4A9}" dt="2026-09-22T09:23:32.142" v="12" actId="20577"/>
          <ac:spMkLst>
            <pc:docMk/>
            <pc:sldMk cId="3163730574" sldId="3969"/>
            <ac:spMk id="6" creationId="{049AEC44-11FF-65FD-7ABD-7345618BFA0F}"/>
          </ac:spMkLst>
        </pc:spChg>
      </pc:sldChg>
      <pc:sldChg chg="modSp">
        <pc:chgData name="Akalai, Nassim" userId="S::u0007429@heraeus.com::fc3b3631-a1a3-4fa3-a048-a9bbc0124a55" providerId="AD" clId="Web-{8EAB490F-37B1-A63F-CFD8-C22999DDA4A9}" dt="2026-09-22T09:23:25.501" v="9" actId="20577"/>
        <pc:sldMkLst>
          <pc:docMk/>
          <pc:sldMk cId="11377320" sldId="3970"/>
        </pc:sldMkLst>
        <pc:spChg chg="mod">
          <ac:chgData name="Akalai, Nassim" userId="S::u0007429@heraeus.com::fc3b3631-a1a3-4fa3-a048-a9bbc0124a55" providerId="AD" clId="Web-{8EAB490F-37B1-A63F-CFD8-C22999DDA4A9}" dt="2026-09-22T09:23:25.501" v="9" actId="20577"/>
          <ac:spMkLst>
            <pc:docMk/>
            <pc:sldMk cId="11377320" sldId="3970"/>
            <ac:spMk id="6" creationId="{1DA3A360-A02D-B782-D1AE-FF823FBFF88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755C18-273B-4A9F-8AB6-FC51CCC36520}" type="datetimeFigureOut">
              <a:rPr lang="de-DE" smtClean="0"/>
              <a:t>22.09.2026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CAB80-D71C-4D31-9306-0B954A67F8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083250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E2A191-859F-4AFA-B75A-22F57CA5227E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7736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3"/>
          </p:nvPr>
        </p:nvSpPr>
        <p:spPr bwMode="gray">
          <a:xfrm>
            <a:off x="0" y="765174"/>
            <a:ext cx="12191187" cy="6092825"/>
          </a:xfrm>
          <a:solidFill>
            <a:srgbClr val="BBBCBD"/>
          </a:solidFill>
        </p:spPr>
        <p:txBody>
          <a:bodyPr tIns="720000" anchor="ctr"/>
          <a:lstStyle>
            <a:lvl1pPr algn="ctr">
              <a:defRPr b="0"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34963" y="3968750"/>
            <a:ext cx="5760511" cy="1728880"/>
          </a:xfrm>
          <a:solidFill>
            <a:schemeClr val="bg1"/>
          </a:solidFill>
        </p:spPr>
        <p:txBody>
          <a:bodyPr wrap="square" lIns="144000" tIns="432000" rIns="144000" bIns="0" anchor="b">
            <a:spAutoFit/>
          </a:bodyPr>
          <a:lstStyle>
            <a:lvl1pPr>
              <a:defRPr sz="2800" b="1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Insert </a:t>
            </a:r>
            <a:r>
              <a:rPr lang="de-DE" dirty="0" err="1"/>
              <a:t>your</a:t>
            </a:r>
            <a:r>
              <a:rPr lang="de-DE" dirty="0"/>
              <a:t> Headline </a:t>
            </a:r>
            <a:br>
              <a:rPr lang="de-DE" dirty="0"/>
            </a:br>
            <a:r>
              <a:rPr lang="de-DE" dirty="0" err="1"/>
              <a:t>with</a:t>
            </a:r>
            <a:r>
              <a:rPr lang="de-DE" dirty="0"/>
              <a:t> Maximum </a:t>
            </a:r>
            <a:br>
              <a:rPr lang="de-DE" dirty="0"/>
            </a:br>
            <a:r>
              <a:rPr lang="de-DE" dirty="0"/>
              <a:t>Three Lines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34963" y="5697630"/>
            <a:ext cx="5760511" cy="433553"/>
          </a:xfrm>
          <a:solidFill>
            <a:schemeClr val="bg1"/>
          </a:solidFill>
        </p:spPr>
        <p:txBody>
          <a:bodyPr lIns="144000" tIns="72000" rIns="144000" bIns="144000" anchor="b">
            <a:noAutofit/>
          </a:bodyPr>
          <a:lstStyle>
            <a:lvl1pPr marL="0" indent="0" algn="l">
              <a:buNone/>
              <a:defRPr sz="1400" b="0">
                <a:solidFill>
                  <a:schemeClr val="tx2"/>
                </a:solidFill>
              </a:defRPr>
            </a:lvl1pPr>
            <a:lvl2pPr marL="0" indent="0" algn="l">
              <a:buNone/>
              <a:defRPr sz="1400">
                <a:solidFill>
                  <a:schemeClr val="bg1"/>
                </a:solidFill>
              </a:defRPr>
            </a:lvl2pPr>
            <a:lvl3pPr marL="0" indent="0" algn="l">
              <a:buNone/>
              <a:defRPr>
                <a:solidFill>
                  <a:schemeClr val="bg1"/>
                </a:solidFill>
              </a:defRPr>
            </a:lvl3pPr>
            <a:lvl4pPr marL="0" indent="0" algn="l">
              <a:buNone/>
              <a:defRPr sz="1400">
                <a:solidFill>
                  <a:schemeClr val="bg1"/>
                </a:solidFill>
              </a:defRPr>
            </a:lvl4pPr>
            <a:lvl5pPr marL="0" indent="0" algn="l">
              <a:buNone/>
              <a:defRPr sz="1400">
                <a:solidFill>
                  <a:schemeClr val="bg1"/>
                </a:solidFill>
              </a:defRPr>
            </a:lvl5pPr>
            <a:lvl6pPr marL="0" indent="0" algn="l">
              <a:buNone/>
              <a:defRPr sz="1400">
                <a:solidFill>
                  <a:schemeClr val="bg1"/>
                </a:solidFill>
              </a:defRPr>
            </a:lvl6pPr>
            <a:lvl7pPr marL="0" indent="0" algn="l">
              <a:buNone/>
              <a:defRPr sz="1400">
                <a:solidFill>
                  <a:schemeClr val="bg1"/>
                </a:solidFill>
              </a:defRPr>
            </a:lvl7pPr>
            <a:lvl8pPr marL="0" indent="0" algn="l">
              <a:buNone/>
              <a:defRPr sz="1400">
                <a:solidFill>
                  <a:schemeClr val="bg1"/>
                </a:solidFill>
              </a:defRPr>
            </a:lvl8pPr>
            <a:lvl9pPr marL="0" indent="0" algn="l">
              <a:buNone/>
              <a:defRPr sz="14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dirty="0"/>
              <a:t>Optional: max.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dirty="0" err="1"/>
              <a:t>subline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info</a:t>
            </a:r>
            <a:r>
              <a:rPr lang="de-DE" dirty="0"/>
              <a:t> like Date, Place, Speaker</a:t>
            </a:r>
            <a:endParaRPr lang="en-US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A49B0168-770F-4801-9C13-0838EAD3EC6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6131181"/>
            <a:ext cx="5760511" cy="36000"/>
          </a:xfrm>
          <a:solidFill>
            <a:schemeClr val="accent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203CC87-5CEE-4D5A-B53C-26EA17AD6154}"/>
              </a:ext>
            </a:extLst>
          </p:cNvPr>
          <p:cNvGrpSpPr/>
          <p:nvPr userDrawn="1"/>
        </p:nvGrpSpPr>
        <p:grpSpPr>
          <a:xfrm>
            <a:off x="10873960" y="-640207"/>
            <a:ext cx="3747547" cy="3038619"/>
            <a:chOff x="10873960" y="-640207"/>
            <a:chExt cx="3747547" cy="3038619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8CF3C80D-F62F-422B-91EA-0BD80E63C0F1}"/>
                </a:ext>
              </a:extLst>
            </p:cNvPr>
            <p:cNvGrpSpPr/>
            <p:nvPr/>
          </p:nvGrpSpPr>
          <p:grpSpPr>
            <a:xfrm>
              <a:off x="10953277" y="-560858"/>
              <a:ext cx="3668230" cy="2959270"/>
              <a:chOff x="10951850" y="-560858"/>
              <a:chExt cx="3667753" cy="2959270"/>
            </a:xfrm>
          </p:grpSpPr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2BCA3798-0AFE-4F8F-8170-EF710AD2F7B8}"/>
                  </a:ext>
                </a:extLst>
              </p:cNvPr>
              <p:cNvGrpSpPr/>
              <p:nvPr/>
            </p:nvGrpSpPr>
            <p:grpSpPr bwMode="gray">
              <a:xfrm>
                <a:off x="12339910" y="702002"/>
                <a:ext cx="2279693" cy="1696410"/>
                <a:chOff x="12338304" y="702002"/>
                <a:chExt cx="2279396" cy="1696410"/>
              </a:xfrm>
              <a:solidFill>
                <a:srgbClr val="9B006B"/>
              </a:solidFill>
            </p:grpSpPr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C13E1AA8-BB51-496C-8A8B-0F79AD986340}"/>
                    </a:ext>
                  </a:extLst>
                </p:cNvPr>
                <p:cNvSpPr/>
                <p:nvPr/>
              </p:nvSpPr>
              <p:spPr bwMode="gray">
                <a:xfrm>
                  <a:off x="12338304" y="702002"/>
                  <a:ext cx="2279396" cy="169641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44000" tIns="144000" rIns="144000" bIns="14400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>
                    <a:spcAft>
                      <a:spcPts val="600"/>
                    </a:spcAft>
                  </a:pPr>
                  <a:r>
                    <a:rPr lang="en-US" sz="1200" noProof="0" dirty="0">
                      <a:solidFill>
                        <a:schemeClr val="bg1"/>
                      </a:solidFill>
                    </a:rPr>
                    <a:t>Please note:</a:t>
                  </a:r>
                </a:p>
                <a:p>
                  <a:pPr algn="l">
                    <a:spcAft>
                      <a:spcPts val="600"/>
                    </a:spcAft>
                  </a:pPr>
                  <a:r>
                    <a:rPr lang="en-US" sz="1200" noProof="0" dirty="0">
                      <a:solidFill>
                        <a:schemeClr val="bg1"/>
                      </a:solidFill>
                    </a:rPr>
                    <a:t>Please chose a title image as you like.</a:t>
                  </a:r>
                </a:p>
                <a:p>
                  <a:pPr algn="l">
                    <a:spcAft>
                      <a:spcPts val="600"/>
                    </a:spcAft>
                  </a:pPr>
                  <a:r>
                    <a:rPr lang="en-US" sz="1200" noProof="0" dirty="0">
                      <a:solidFill>
                        <a:schemeClr val="bg1"/>
                      </a:solidFill>
                    </a:rPr>
                    <a:t>To access ready-to-use title slide options, please go to File &gt; New &gt; and open the Title Slide Pool. </a:t>
                  </a:r>
                  <a:endParaRPr lang="en-US" sz="1200" kern="1200" dirty="0">
                    <a:solidFill>
                      <a:schemeClr val="bg1"/>
                    </a:solidFill>
                    <a:effectLst/>
                    <a:latin typeface="+mn-lt"/>
                    <a:ea typeface="+mn-ea"/>
                    <a:cs typeface="+mn-cs"/>
                  </a:endParaRPr>
                </a:p>
              </p:txBody>
            </p: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DA5C6F62-3118-43C3-ACED-9166AF6BB6EB}"/>
                    </a:ext>
                  </a:extLst>
                </p:cNvPr>
                <p:cNvCxnSpPr/>
                <p:nvPr/>
              </p:nvCxnSpPr>
              <p:spPr bwMode="gray">
                <a:xfrm>
                  <a:off x="12470002" y="1065467"/>
                  <a:ext cx="2016000" cy="0"/>
                </a:xfrm>
                <a:prstGeom prst="line">
                  <a:avLst/>
                </a:prstGeom>
                <a:grpFill/>
                <a:ln w="6350">
                  <a:solidFill>
                    <a:schemeClr val="bg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0596CD2A-AA3C-45C2-BDBB-6AC474F6D2D1}"/>
                  </a:ext>
                </a:extLst>
              </p:cNvPr>
              <p:cNvSpPr/>
              <p:nvPr userDrawn="1"/>
            </p:nvSpPr>
            <p:spPr bwMode="gray">
              <a:xfrm>
                <a:off x="10951850" y="-560858"/>
                <a:ext cx="489302" cy="489302"/>
              </a:xfrm>
              <a:prstGeom prst="ellipse">
                <a:avLst/>
              </a:prstGeom>
              <a:solidFill>
                <a:schemeClr val="bg2"/>
              </a:solidFill>
              <a:ln>
                <a:solidFill>
                  <a:srgbClr val="9B006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800" dirty="0" err="1">
                  <a:solidFill>
                    <a:schemeClr val="tx2">
                      <a:lumMod val="75000"/>
                    </a:schemeClr>
                  </a:solidFill>
                </a:endParaRPr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6D84E543-CECD-4BB8-80BD-273129BA2AA6}"/>
                  </a:ext>
                </a:extLst>
              </p:cNvPr>
              <p:cNvCxnSpPr>
                <a:cxnSpLocks/>
                <a:stCxn id="18" idx="6"/>
              </p:cNvCxnSpPr>
              <p:nvPr/>
            </p:nvCxnSpPr>
            <p:spPr bwMode="gray">
              <a:xfrm flipV="1">
                <a:off x="11441152" y="-318096"/>
                <a:ext cx="1044762" cy="1889"/>
              </a:xfrm>
              <a:prstGeom prst="line">
                <a:avLst/>
              </a:prstGeom>
              <a:solidFill>
                <a:schemeClr val="bg2"/>
              </a:solidFill>
              <a:ln>
                <a:solidFill>
                  <a:srgbClr val="9B006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B7BB6512-5BD1-40DC-8D8E-1728FFD7D69A}"/>
                  </a:ext>
                </a:extLst>
              </p:cNvPr>
              <p:cNvCxnSpPr/>
              <p:nvPr/>
            </p:nvCxnSpPr>
            <p:spPr bwMode="gray">
              <a:xfrm flipV="1">
                <a:off x="12471625" y="-322859"/>
                <a:ext cx="0" cy="1152540"/>
              </a:xfrm>
              <a:prstGeom prst="line">
                <a:avLst/>
              </a:prstGeom>
              <a:solidFill>
                <a:schemeClr val="bg2"/>
              </a:solidFill>
              <a:ln>
                <a:solidFill>
                  <a:srgbClr val="9B006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74FBC930-A402-407B-912A-293069493DB0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0873960" y="-640207"/>
              <a:ext cx="648000" cy="64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9884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icture Placeholder 4">
            <a:extLst>
              <a:ext uri="{FF2B5EF4-FFF2-40B4-BE49-F238E27FC236}">
                <a16:creationId xmlns:a16="http://schemas.microsoft.com/office/drawing/2014/main" id="{DE883543-1193-44C9-8F80-BBB7E39B5DE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0" y="767064"/>
            <a:ext cx="12191187" cy="6090935"/>
          </a:xfrm>
          <a:solidFill>
            <a:srgbClr val="BBBCBD"/>
          </a:solidFill>
        </p:spPr>
        <p:txBody>
          <a:bodyPr tIns="720000" anchor="ctr"/>
          <a:lstStyle>
            <a:lvl1pPr algn="ctr">
              <a:defRPr b="0"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34963" y="4399637"/>
            <a:ext cx="5760513" cy="1297993"/>
          </a:xfrm>
          <a:solidFill>
            <a:schemeClr val="accent1"/>
          </a:solidFill>
        </p:spPr>
        <p:txBody>
          <a:bodyPr wrap="square" lIns="144000" tIns="432000" rIns="144000" bIns="0" anchor="b">
            <a:spAutoFit/>
          </a:bodyPr>
          <a:lstStyle>
            <a:lvl1pPr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Insert </a:t>
            </a:r>
            <a:r>
              <a:rPr lang="de-DE" dirty="0" err="1"/>
              <a:t>your</a:t>
            </a:r>
            <a:r>
              <a:rPr lang="de-DE" dirty="0"/>
              <a:t> Headline </a:t>
            </a:r>
            <a:br>
              <a:rPr lang="de-DE" dirty="0"/>
            </a:b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two</a:t>
            </a:r>
            <a:r>
              <a:rPr lang="de-DE" dirty="0"/>
              <a:t> Lines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34963" y="5697630"/>
            <a:ext cx="5760513" cy="433553"/>
          </a:xfrm>
          <a:solidFill>
            <a:schemeClr val="accent1"/>
          </a:solidFill>
        </p:spPr>
        <p:txBody>
          <a:bodyPr lIns="144000" tIns="72000" rIns="144000" bIns="144000" anchor="b">
            <a:noAutofit/>
          </a:bodyPr>
          <a:lstStyle>
            <a:lvl1pPr marL="0" indent="0" algn="l">
              <a:buNone/>
              <a:defRPr sz="1400" b="0">
                <a:solidFill>
                  <a:schemeClr val="bg1"/>
                </a:solidFill>
              </a:defRPr>
            </a:lvl1pPr>
            <a:lvl2pPr marL="0" indent="0" algn="l">
              <a:buNone/>
              <a:defRPr sz="1400">
                <a:solidFill>
                  <a:schemeClr val="bg1"/>
                </a:solidFill>
              </a:defRPr>
            </a:lvl2pPr>
            <a:lvl3pPr marL="0" indent="0" algn="l">
              <a:buNone/>
              <a:defRPr>
                <a:solidFill>
                  <a:schemeClr val="bg1"/>
                </a:solidFill>
              </a:defRPr>
            </a:lvl3pPr>
            <a:lvl4pPr marL="0" indent="0" algn="l">
              <a:buNone/>
              <a:defRPr sz="1400">
                <a:solidFill>
                  <a:schemeClr val="bg1"/>
                </a:solidFill>
              </a:defRPr>
            </a:lvl4pPr>
            <a:lvl5pPr marL="0" indent="0" algn="l">
              <a:buNone/>
              <a:defRPr sz="1400">
                <a:solidFill>
                  <a:schemeClr val="bg1"/>
                </a:solidFill>
              </a:defRPr>
            </a:lvl5pPr>
            <a:lvl6pPr marL="0" indent="0" algn="l">
              <a:buNone/>
              <a:defRPr sz="1400">
                <a:solidFill>
                  <a:schemeClr val="bg1"/>
                </a:solidFill>
              </a:defRPr>
            </a:lvl6pPr>
            <a:lvl7pPr marL="0" indent="0" algn="l">
              <a:buNone/>
              <a:defRPr sz="1400">
                <a:solidFill>
                  <a:schemeClr val="bg1"/>
                </a:solidFill>
              </a:defRPr>
            </a:lvl7pPr>
            <a:lvl8pPr marL="0" indent="0" algn="l">
              <a:buNone/>
              <a:defRPr sz="1400">
                <a:solidFill>
                  <a:schemeClr val="bg1"/>
                </a:solidFill>
              </a:defRPr>
            </a:lvl8pPr>
            <a:lvl9pPr marL="0" indent="0" algn="l">
              <a:buNone/>
              <a:defRPr sz="14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Optional: max. one subline with info like Date, Place, Speaker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3C4082A-8C8E-4B83-ABB0-78BC229BA743}"/>
              </a:ext>
            </a:extLst>
          </p:cNvPr>
          <p:cNvGrpSpPr/>
          <p:nvPr userDrawn="1"/>
        </p:nvGrpSpPr>
        <p:grpSpPr>
          <a:xfrm>
            <a:off x="10873960" y="-640207"/>
            <a:ext cx="3747547" cy="3038619"/>
            <a:chOff x="10873960" y="-640207"/>
            <a:chExt cx="3747547" cy="3038619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7F677607-7A9E-4E64-995D-EA8B08494CAB}"/>
                </a:ext>
              </a:extLst>
            </p:cNvPr>
            <p:cNvGrpSpPr/>
            <p:nvPr/>
          </p:nvGrpSpPr>
          <p:grpSpPr>
            <a:xfrm>
              <a:off x="10953277" y="-560858"/>
              <a:ext cx="3668230" cy="2959270"/>
              <a:chOff x="10951850" y="-560858"/>
              <a:chExt cx="3667753" cy="2959270"/>
            </a:xfrm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C6581E65-1570-4FBB-8B04-1C3E510F9463}"/>
                  </a:ext>
                </a:extLst>
              </p:cNvPr>
              <p:cNvGrpSpPr/>
              <p:nvPr/>
            </p:nvGrpSpPr>
            <p:grpSpPr bwMode="gray">
              <a:xfrm>
                <a:off x="12339910" y="702002"/>
                <a:ext cx="2279693" cy="1696410"/>
                <a:chOff x="12338304" y="702002"/>
                <a:chExt cx="2279396" cy="1696410"/>
              </a:xfrm>
              <a:solidFill>
                <a:srgbClr val="9B006B"/>
              </a:solidFill>
            </p:grpSpPr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AF6D16B0-3A51-4987-A2AF-2E82C525BAEF}"/>
                    </a:ext>
                  </a:extLst>
                </p:cNvPr>
                <p:cNvSpPr/>
                <p:nvPr/>
              </p:nvSpPr>
              <p:spPr bwMode="gray">
                <a:xfrm>
                  <a:off x="12338304" y="702002"/>
                  <a:ext cx="2279396" cy="169641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44000" tIns="144000" rIns="144000" bIns="14400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>
                    <a:spcAft>
                      <a:spcPts val="600"/>
                    </a:spcAft>
                  </a:pPr>
                  <a:r>
                    <a:rPr lang="en-US" sz="1200" noProof="0" dirty="0">
                      <a:solidFill>
                        <a:schemeClr val="bg1"/>
                      </a:solidFill>
                    </a:rPr>
                    <a:t>Please note:</a:t>
                  </a:r>
                </a:p>
                <a:p>
                  <a:pPr algn="l">
                    <a:spcAft>
                      <a:spcPts val="600"/>
                    </a:spcAft>
                  </a:pPr>
                  <a:r>
                    <a:rPr lang="en-US" sz="1200" noProof="0" dirty="0">
                      <a:solidFill>
                        <a:schemeClr val="bg1"/>
                      </a:solidFill>
                    </a:rPr>
                    <a:t>Please chose a title image as you like.</a:t>
                  </a:r>
                </a:p>
                <a:p>
                  <a:pPr algn="l">
                    <a:spcAft>
                      <a:spcPts val="600"/>
                    </a:spcAft>
                  </a:pPr>
                  <a:r>
                    <a:rPr lang="en-US" sz="1200" noProof="0" dirty="0">
                      <a:solidFill>
                        <a:schemeClr val="bg1"/>
                      </a:solidFill>
                    </a:rPr>
                    <a:t>To access ready-to-use title slide options, please go to File &gt; New &gt; and open the Title Slide Pool. </a:t>
                  </a:r>
                  <a:endParaRPr lang="en-US" sz="1200" kern="1200" dirty="0">
                    <a:solidFill>
                      <a:schemeClr val="bg1"/>
                    </a:solidFill>
                    <a:effectLst/>
                    <a:latin typeface="+mn-lt"/>
                    <a:ea typeface="+mn-ea"/>
                    <a:cs typeface="+mn-cs"/>
                  </a:endParaRPr>
                </a:p>
              </p:txBody>
            </p: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A73EBC3E-5DA1-499A-A712-94EF6941FF7F}"/>
                    </a:ext>
                  </a:extLst>
                </p:cNvPr>
                <p:cNvCxnSpPr/>
                <p:nvPr/>
              </p:nvCxnSpPr>
              <p:spPr bwMode="gray">
                <a:xfrm>
                  <a:off x="12470002" y="1065467"/>
                  <a:ext cx="2016000" cy="0"/>
                </a:xfrm>
                <a:prstGeom prst="line">
                  <a:avLst/>
                </a:prstGeom>
                <a:grpFill/>
                <a:ln w="6350">
                  <a:solidFill>
                    <a:schemeClr val="bg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EB63DD64-A24E-41C8-B438-959C9DAA78B4}"/>
                  </a:ext>
                </a:extLst>
              </p:cNvPr>
              <p:cNvSpPr/>
              <p:nvPr userDrawn="1"/>
            </p:nvSpPr>
            <p:spPr bwMode="gray">
              <a:xfrm>
                <a:off x="10951850" y="-560858"/>
                <a:ext cx="489302" cy="489302"/>
              </a:xfrm>
              <a:prstGeom prst="ellipse">
                <a:avLst/>
              </a:prstGeom>
              <a:solidFill>
                <a:schemeClr val="bg2"/>
              </a:solidFill>
              <a:ln>
                <a:solidFill>
                  <a:srgbClr val="9B006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800" dirty="0" err="1">
                  <a:solidFill>
                    <a:schemeClr val="tx2">
                      <a:lumMod val="75000"/>
                    </a:schemeClr>
                  </a:solidFill>
                </a:endParaRPr>
              </a:p>
            </p:txBody>
          </p: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F9A65E1E-D56D-462A-8077-B26479E9C590}"/>
                  </a:ext>
                </a:extLst>
              </p:cNvPr>
              <p:cNvCxnSpPr>
                <a:cxnSpLocks/>
                <a:stCxn id="17" idx="6"/>
              </p:cNvCxnSpPr>
              <p:nvPr/>
            </p:nvCxnSpPr>
            <p:spPr bwMode="gray">
              <a:xfrm flipV="1">
                <a:off x="11441152" y="-318096"/>
                <a:ext cx="1044762" cy="1889"/>
              </a:xfrm>
              <a:prstGeom prst="line">
                <a:avLst/>
              </a:prstGeom>
              <a:solidFill>
                <a:schemeClr val="bg2"/>
              </a:solidFill>
              <a:ln>
                <a:solidFill>
                  <a:srgbClr val="9B006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05F34851-DAD0-4715-B403-BC06A6B761CD}"/>
                  </a:ext>
                </a:extLst>
              </p:cNvPr>
              <p:cNvCxnSpPr/>
              <p:nvPr/>
            </p:nvCxnSpPr>
            <p:spPr bwMode="gray">
              <a:xfrm flipV="1">
                <a:off x="12471625" y="-322859"/>
                <a:ext cx="0" cy="1152540"/>
              </a:xfrm>
              <a:prstGeom prst="line">
                <a:avLst/>
              </a:prstGeom>
              <a:solidFill>
                <a:schemeClr val="bg2"/>
              </a:solidFill>
              <a:ln>
                <a:solidFill>
                  <a:srgbClr val="9B006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43EE223B-EEC0-4BA9-97A7-047D2E054D37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0873960" y="-640207"/>
              <a:ext cx="648000" cy="64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00734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 userDrawn="1">
          <p15:clr>
            <a:srgbClr val="F26B43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platzhalter 20">
            <a:extLst>
              <a:ext uri="{FF2B5EF4-FFF2-40B4-BE49-F238E27FC236}">
                <a16:creationId xmlns:a16="http://schemas.microsoft.com/office/drawing/2014/main" id="{774DAC3A-E673-4071-B765-16109B48411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4963" y="1592262"/>
            <a:ext cx="11522073" cy="478948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06322A0-0106-4857-A9FA-185F39731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1CFB3BA-047D-4CBA-84BF-B9B3DD622CF5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pPr algn="r"/>
            <a:fld id="{D45C500C-E051-418F-8BCB-09E7532670C5}" type="datetime1">
              <a:rPr lang="en-US" smtClean="0"/>
              <a:t>9/22/2026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6FE989E-5B07-43D5-A814-1B0F77E8D33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C991465-BAB0-4A21-A9F0-84C0C1B36CB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93538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platzhalter 24">
            <a:extLst>
              <a:ext uri="{FF2B5EF4-FFF2-40B4-BE49-F238E27FC236}">
                <a16:creationId xmlns:a16="http://schemas.microsoft.com/office/drawing/2014/main" id="{59115F40-DFF3-42E5-B3F7-A5C0E18233C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592262"/>
            <a:ext cx="5651941" cy="478948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B62538E-5126-4DA2-95D5-F5F53F8F2C9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05098" y="1592264"/>
            <a:ext cx="5651938" cy="478948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A3DF55B-EEB5-42AE-9F85-943FEEAE9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4B05A83-A6F5-4201-8D1E-B9E61038665E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pPr algn="r"/>
            <a:fld id="{0BCBBD5C-68F2-41D0-B6A3-43262BA5D556}" type="datetime1">
              <a:rPr lang="en-US" smtClean="0"/>
              <a:t>9/22/2026</a:t>
            </a:fld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B8BB4EC-A5DD-499A-9C01-B25AD3F2F503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44E7B3F2-BE78-431F-8BE0-BBE2B67070CB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26879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Small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 bwMode="gray">
          <a:xfrm>
            <a:off x="6203950" y="1592262"/>
            <a:ext cx="5653088" cy="4789487"/>
          </a:xfrm>
          <a:solidFill>
            <a:srgbClr val="BBBCBD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5" name="Textplatzhalter 24">
            <a:extLst>
              <a:ext uri="{FF2B5EF4-FFF2-40B4-BE49-F238E27FC236}">
                <a16:creationId xmlns:a16="http://schemas.microsoft.com/office/drawing/2014/main" id="{59115F40-DFF3-42E5-B3F7-A5C0E18233C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592262"/>
            <a:ext cx="5651941" cy="478948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5DF714F-BDDB-45A6-B1BB-8CF87F9AAD3E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pPr algn="r"/>
            <a:fld id="{CE143EAB-CFC1-40B4-9A45-DBEBD142C8AE}" type="datetime1">
              <a:rPr lang="en-US" smtClean="0"/>
              <a:t>9/22/2026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FE97AAE-1E2A-4D5E-BC44-0374E2CC68BD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BCB3651-2105-4E49-90B5-C9A76522BFB5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627F017D-D418-4A1C-B487-A6605334E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27463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ll Pictur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 bwMode="gray">
          <a:xfrm>
            <a:off x="334964" y="1592263"/>
            <a:ext cx="5651940" cy="4779962"/>
          </a:xfrm>
          <a:solidFill>
            <a:srgbClr val="BBBCBD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6" name="Textplatzhalter 25">
            <a:extLst>
              <a:ext uri="{FF2B5EF4-FFF2-40B4-BE49-F238E27FC236}">
                <a16:creationId xmlns:a16="http://schemas.microsoft.com/office/drawing/2014/main" id="{02EF6EBB-6B2D-4A01-AE8E-436D61F236E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03950" y="1592264"/>
            <a:ext cx="5653088" cy="478948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E14B362-18EF-415C-ABAA-103ECE936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6ADD940-A913-41BD-9857-7301F684ABA3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pPr algn="r"/>
            <a:fld id="{1EB5F15B-25D6-4379-A50C-0C25B3BF6916}" type="datetime1">
              <a:rPr lang="en-US" smtClean="0"/>
              <a:t>9/22/2026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4F6F099-2F59-4FC2-A5CC-296050927FD7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43EDB932-0738-48D5-9838-40C9D6264788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983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 bwMode="gray">
          <a:xfrm>
            <a:off x="6203950" y="765176"/>
            <a:ext cx="5988050" cy="6092822"/>
          </a:xfrm>
          <a:solidFill>
            <a:srgbClr val="BBBCBD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5" name="Textplatzhalter 24">
            <a:extLst>
              <a:ext uri="{FF2B5EF4-FFF2-40B4-BE49-F238E27FC236}">
                <a16:creationId xmlns:a16="http://schemas.microsoft.com/office/drawing/2014/main" id="{59115F40-DFF3-42E5-B3F7-A5C0E18233C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592264"/>
            <a:ext cx="5651941" cy="478948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0B4C320-2699-4CC8-A0BE-D0BD5C442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876475"/>
            <a:ext cx="5653088" cy="5364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CADFD02-BC87-4C28-ADC8-1EF7AC14366F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pPr algn="r"/>
            <a:fld id="{F6E38569-DA3A-4EC8-A503-B4776E4A957D}" type="datetime1">
              <a:rPr lang="en-US" smtClean="0"/>
              <a:t>9/22/2026</a:t>
            </a:fld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9D6F252-8CAC-4F27-8E70-08A9AA37D357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C4237C85-CDEC-47F2-B187-E8DEF1E56D34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3541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 bwMode="gray">
          <a:xfrm>
            <a:off x="0" y="765174"/>
            <a:ext cx="5986903" cy="6092825"/>
          </a:xfrm>
          <a:solidFill>
            <a:srgbClr val="BBBCBD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6" name="Textplatzhalter 25">
            <a:extLst>
              <a:ext uri="{FF2B5EF4-FFF2-40B4-BE49-F238E27FC236}">
                <a16:creationId xmlns:a16="http://schemas.microsoft.com/office/drawing/2014/main" id="{02EF6EBB-6B2D-4A01-AE8E-436D61F236E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04282" y="1592262"/>
            <a:ext cx="5652754" cy="478948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CA23FD4-D874-4D71-94BC-E70EC65EB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4282" y="876475"/>
            <a:ext cx="5652756" cy="5364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9966C04-233A-4A76-92A1-041834A5C646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pPr algn="r"/>
            <a:fld id="{7DDFA7D0-4C9B-4303-8039-1CE0AFEF5F6A}" type="datetime1">
              <a:rPr lang="en-US" smtClean="0"/>
              <a:t>9/22/2026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FFA2E52-CA74-4A4F-9A04-DB759643704C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7DDB9838-23B9-4CF4-82FA-A8A368A9F03D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97948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D7415D5-38BB-48D1-8432-FBC44DF1A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67024734-38C0-4D7D-BF66-05CA79BD0AA3}" type="datetime1">
              <a:rPr lang="en-US" smtClean="0"/>
              <a:t>9/22/2026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D61F149-E92B-4962-8F7A-E73AC1DEE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4E73C8FA-C947-4A34-87C5-61064CF00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A47BDC61-A510-43BF-B972-608927F30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377741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E1E8FB8-778B-4E61-9EE5-9265814F8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4E4EAC64-3334-4B49-ACF2-D9845E18714A}" type="datetime1">
              <a:rPr lang="en-US" smtClean="0"/>
              <a:t>9/22/2026</a:t>
            </a:fld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457A5DB-9DEF-4E19-9C37-C3CAB252D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82A12F9-D854-4893-A79B-E73040B06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02835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and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 bwMode="gray">
          <a:xfrm>
            <a:off x="334964" y="1592263"/>
            <a:ext cx="11522072" cy="4789487"/>
          </a:xfrm>
          <a:solidFill>
            <a:srgbClr val="BBBCBD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1D39577-2DFA-48AB-97A8-D61597079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56204F8-A4D5-4368-95D3-D48ACB47F5B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pPr algn="r"/>
            <a:fld id="{6694878F-F3EE-4974-AA4B-A763F6BB4534}" type="datetime1">
              <a:rPr lang="en-US" smtClean="0"/>
              <a:t>9/22/2026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A3BB880-F729-49B3-8A17-865E49C3069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42F5441-9315-426B-B20C-93C85FFA304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53815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7DC1E94E-C9A6-4C8C-9EB4-05957B71C35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-1" y="765175"/>
            <a:ext cx="12192000" cy="6092824"/>
          </a:xfrm>
          <a:solidFill>
            <a:srgbClr val="BBBCBD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59663E8-67FA-4939-AF62-5F42DFF82A7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pPr algn="r"/>
            <a:fld id="{2043DB7D-2282-425D-9D1C-41447E1CA596}" type="datetime1">
              <a:rPr lang="en-US" smtClean="0"/>
              <a:t>9/22/2026</a:t>
            </a:fld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86DCB3D-8EEF-44E7-898B-6F2B8ABC0BD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940FB5F-EED9-4B17-A2B6-E9B435EE6EB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53148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edia Placeholder 6"/>
          <p:cNvSpPr>
            <a:spLocks noGrp="1"/>
          </p:cNvSpPr>
          <p:nvPr>
            <p:ph type="media" sz="quarter" idx="13"/>
          </p:nvPr>
        </p:nvSpPr>
        <p:spPr bwMode="gray">
          <a:xfrm>
            <a:off x="334964" y="765174"/>
            <a:ext cx="11522074" cy="5616575"/>
          </a:xfrm>
          <a:solidFill>
            <a:srgbClr val="BBBCBD"/>
          </a:solidFill>
        </p:spPr>
        <p:txBody>
          <a:bodyPr/>
          <a:lstStyle/>
          <a:p>
            <a:r>
              <a:rPr lang="de-DE"/>
              <a:t>Mediaclip durch Klicken auf Symbol hinzufügen</a:t>
            </a:r>
            <a:endParaRPr lang="en-US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019C69C-30F4-4CAF-898F-2B576BCF119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algn="r"/>
            <a:fld id="{A0BE334E-C467-46DA-BFEA-094D057E0670}" type="datetime1">
              <a:rPr lang="en-US" smtClean="0"/>
              <a:t>9/22/2026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3A1473E-6B1F-4659-8E44-51FDD9EFE18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20" name="Foliennummernplatzhalter 19">
            <a:extLst>
              <a:ext uri="{FF2B5EF4-FFF2-40B4-BE49-F238E27FC236}">
                <a16:creationId xmlns:a16="http://schemas.microsoft.com/office/drawing/2014/main" id="{93609FA6-1085-40F3-802D-08209642808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11265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dia_Full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edia Placeholder 6"/>
          <p:cNvSpPr>
            <a:spLocks noGrp="1"/>
          </p:cNvSpPr>
          <p:nvPr>
            <p:ph type="media" sz="quarter" idx="13"/>
          </p:nvPr>
        </p:nvSpPr>
        <p:spPr bwMode="gray">
          <a:xfrm>
            <a:off x="-1" y="0"/>
            <a:ext cx="12194787" cy="6858000"/>
          </a:xfrm>
          <a:solidFill>
            <a:srgbClr val="BBBCBD"/>
          </a:solidFill>
        </p:spPr>
        <p:txBody>
          <a:bodyPr/>
          <a:lstStyle/>
          <a:p>
            <a:r>
              <a:rPr lang="de-DE"/>
              <a:t>Mediaclip durch Klicken auf Symbol hinzufügen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0633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Bildplatzhalter 27">
            <a:extLst>
              <a:ext uri="{FF2B5EF4-FFF2-40B4-BE49-F238E27FC236}">
                <a16:creationId xmlns:a16="http://schemas.microsoft.com/office/drawing/2014/main" id="{6FE7DCC3-36C3-4864-8FAC-9BD36D98D807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8244025" y="1589637"/>
            <a:ext cx="3613011" cy="2159013"/>
          </a:xfrm>
          <a:solidFill>
            <a:srgbClr val="BBBCBD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24" name="Bildplatzhalter 27">
            <a:extLst>
              <a:ext uri="{FF2B5EF4-FFF2-40B4-BE49-F238E27FC236}">
                <a16:creationId xmlns:a16="http://schemas.microsoft.com/office/drawing/2014/main" id="{DF3C1791-FBD9-4BC3-9322-41B9B0D3C2F6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299909" y="1589669"/>
            <a:ext cx="3606454" cy="2156387"/>
          </a:xfrm>
          <a:solidFill>
            <a:srgbClr val="BBBCBD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27" name="Textplatzhalter 29">
            <a:extLst>
              <a:ext uri="{FF2B5EF4-FFF2-40B4-BE49-F238E27FC236}">
                <a16:creationId xmlns:a16="http://schemas.microsoft.com/office/drawing/2014/main" id="{ABBF58A8-1EDF-4AA1-916D-46D91DCF0ED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306260" y="3968750"/>
            <a:ext cx="3588866" cy="2410406"/>
          </a:xfrm>
        </p:spPr>
        <p:txBody>
          <a:bodyPr anchor="t"/>
          <a:lstStyle>
            <a:lvl1pPr>
              <a:defRPr b="0">
                <a:solidFill>
                  <a:schemeClr val="tx2"/>
                </a:solidFill>
              </a:defRPr>
            </a:lvl1pPr>
            <a:lvl2pPr>
              <a:defRPr/>
            </a:lvl2pPr>
          </a:lstStyle>
          <a:p>
            <a:pPr lvl="0"/>
            <a:r>
              <a:rPr lang="de-DE" dirty="0"/>
              <a:t>Insert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.</a:t>
            </a:r>
          </a:p>
        </p:txBody>
      </p:sp>
      <p:sp>
        <p:nvSpPr>
          <p:cNvPr id="28" name="Bildplatzhalter 27">
            <a:extLst>
              <a:ext uri="{FF2B5EF4-FFF2-40B4-BE49-F238E27FC236}">
                <a16:creationId xmlns:a16="http://schemas.microsoft.com/office/drawing/2014/main" id="{22BED746-8101-4A71-9697-0A2A446D6A4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34963" y="1592263"/>
            <a:ext cx="3606455" cy="2156387"/>
          </a:xfrm>
          <a:solidFill>
            <a:srgbClr val="BBBCBD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34" name="Textplatzhalter 29">
            <a:extLst>
              <a:ext uri="{FF2B5EF4-FFF2-40B4-BE49-F238E27FC236}">
                <a16:creationId xmlns:a16="http://schemas.microsoft.com/office/drawing/2014/main" id="{097CCB9B-E2C6-4A01-A8CD-E2653CA51C7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3756" y="3968750"/>
            <a:ext cx="3588867" cy="2413000"/>
          </a:xfrm>
        </p:spPr>
        <p:txBody>
          <a:bodyPr anchor="t"/>
          <a:lstStyle>
            <a:lvl1pPr>
              <a:defRPr b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Insert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</a:t>
            </a:r>
          </a:p>
        </p:txBody>
      </p:sp>
      <p:sp>
        <p:nvSpPr>
          <p:cNvPr id="41" name="Textplatzhalter 29">
            <a:extLst>
              <a:ext uri="{FF2B5EF4-FFF2-40B4-BE49-F238E27FC236}">
                <a16:creationId xmlns:a16="http://schemas.microsoft.com/office/drawing/2014/main" id="{D5AA0C8B-C3F2-46D1-82A2-DE2CC24AA68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252819" y="3968750"/>
            <a:ext cx="3595391" cy="2413000"/>
          </a:xfrm>
        </p:spPr>
        <p:txBody>
          <a:bodyPr anchor="t"/>
          <a:lstStyle>
            <a:lvl1pPr>
              <a:defRPr b="0">
                <a:solidFill>
                  <a:schemeClr val="tx2"/>
                </a:solidFill>
              </a:defRPr>
            </a:lvl1pPr>
            <a:lvl2pPr>
              <a:defRPr/>
            </a:lvl2pPr>
          </a:lstStyle>
          <a:p>
            <a:pPr lvl="0"/>
            <a:r>
              <a:rPr lang="de-DE" dirty="0"/>
              <a:t>Insert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.  </a:t>
            </a:r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8B20DD99-0390-405A-A290-EAB8B2BFD5D0}"/>
              </a:ext>
            </a:extLst>
          </p:cNvPr>
          <p:cNvSpPr>
            <a:spLocks noGrp="1"/>
          </p:cNvSpPr>
          <p:nvPr>
            <p:ph type="dt" sz="half" idx="27"/>
          </p:nvPr>
        </p:nvSpPr>
        <p:spPr/>
        <p:txBody>
          <a:bodyPr/>
          <a:lstStyle/>
          <a:p>
            <a:pPr algn="r"/>
            <a:fld id="{1C041754-D789-47A7-99AE-E341F134ABB6}" type="datetime1">
              <a:rPr lang="en-US" smtClean="0"/>
              <a:t>9/22/2026</a:t>
            </a:fld>
            <a:endParaRPr lang="de-DE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36545783-B76C-44E6-8F61-6485E286CD0D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4F227043-03C2-4DB7-B4E9-1E27905F3756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3" name="Titel 22">
            <a:extLst>
              <a:ext uri="{FF2B5EF4-FFF2-40B4-BE49-F238E27FC236}">
                <a16:creationId xmlns:a16="http://schemas.microsoft.com/office/drawing/2014/main" id="{77934011-2113-4671-9F8E-4F33CBA3D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845749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Bildplatzhalter 27">
            <a:extLst>
              <a:ext uri="{FF2B5EF4-FFF2-40B4-BE49-F238E27FC236}">
                <a16:creationId xmlns:a16="http://schemas.microsoft.com/office/drawing/2014/main" id="{22BED746-8101-4A71-9697-0A2A446D6A4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34963" y="1592854"/>
            <a:ext cx="1900484" cy="1900800"/>
          </a:xfrm>
          <a:solidFill>
            <a:srgbClr val="BBBCBD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17A9ED2-EBDC-4D99-A798-A8698C224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2" name="Bildplatzhalter 27">
            <a:extLst>
              <a:ext uri="{FF2B5EF4-FFF2-40B4-BE49-F238E27FC236}">
                <a16:creationId xmlns:a16="http://schemas.microsoft.com/office/drawing/2014/main" id="{37D07AB3-9634-4674-9299-B188AFC5D7D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204282" y="1593881"/>
            <a:ext cx="1900484" cy="1900800"/>
          </a:xfrm>
          <a:solidFill>
            <a:srgbClr val="BBBCBD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35" name="Bildplatzhalter 27">
            <a:extLst>
              <a:ext uri="{FF2B5EF4-FFF2-40B4-BE49-F238E27FC236}">
                <a16:creationId xmlns:a16="http://schemas.microsoft.com/office/drawing/2014/main" id="{4FA71FB2-3EB1-4384-9506-F4CF1DB98EC9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34963" y="3975660"/>
            <a:ext cx="1900484" cy="1900800"/>
          </a:xfrm>
          <a:solidFill>
            <a:srgbClr val="BBBCBD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38" name="Bildplatzhalter 27">
            <a:extLst>
              <a:ext uri="{FF2B5EF4-FFF2-40B4-BE49-F238E27FC236}">
                <a16:creationId xmlns:a16="http://schemas.microsoft.com/office/drawing/2014/main" id="{6CFCC729-A57A-4E8F-BF1A-CB2ECA37764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204282" y="3975660"/>
            <a:ext cx="1900484" cy="1900800"/>
          </a:xfrm>
          <a:solidFill>
            <a:srgbClr val="BBBCBD"/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E762F50-AA69-4469-A9FA-46561DF72E44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C1E7CFB-BDEC-4412-8780-BBC768337B1A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t>‹Nr.›</a:t>
            </a:fld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DA709E7-45F0-4447-B4B7-379A8395D08C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pPr algn="r"/>
            <a:fld id="{2F53EDBB-B055-42B4-A16B-771F3287C6DE}" type="datetime1">
              <a:rPr lang="en-US" smtClean="0"/>
              <a:t>9/22/2026</a:t>
            </a:fld>
            <a:endParaRPr lang="de-DE" dirty="0"/>
          </a:p>
        </p:txBody>
      </p:sp>
      <p:sp>
        <p:nvSpPr>
          <p:cNvPr id="37" name="Textplatzhalter 29">
            <a:extLst>
              <a:ext uri="{FF2B5EF4-FFF2-40B4-BE49-F238E27FC236}">
                <a16:creationId xmlns:a16="http://schemas.microsoft.com/office/drawing/2014/main" id="{005F71B1-14D6-4606-A98D-739068E06EC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213046" y="3975069"/>
            <a:ext cx="3643992" cy="1899773"/>
          </a:xfrm>
        </p:spPr>
        <p:txBody>
          <a:bodyPr anchor="b"/>
          <a:lstStyle>
            <a:lvl1pPr>
              <a:defRPr b="0">
                <a:solidFill>
                  <a:schemeClr val="tx2"/>
                </a:solidFill>
              </a:defRPr>
            </a:lvl1pPr>
            <a:lvl2pPr>
              <a:defRPr/>
            </a:lvl2pPr>
          </a:lstStyle>
          <a:p>
            <a:pPr lvl="0"/>
            <a:r>
              <a:rPr lang="de-DE" dirty="0"/>
              <a:t>Insert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.  </a:t>
            </a:r>
          </a:p>
        </p:txBody>
      </p:sp>
      <p:sp>
        <p:nvSpPr>
          <p:cNvPr id="34" name="Textplatzhalter 29">
            <a:extLst>
              <a:ext uri="{FF2B5EF4-FFF2-40B4-BE49-F238E27FC236}">
                <a16:creationId xmlns:a16="http://schemas.microsoft.com/office/drawing/2014/main" id="{097CCB9B-E2C6-4A01-A8CD-E2653CA51C7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44110" y="3975069"/>
            <a:ext cx="3643940" cy="1900800"/>
          </a:xfrm>
        </p:spPr>
        <p:txBody>
          <a:bodyPr anchor="b"/>
          <a:lstStyle>
            <a:lvl1pPr>
              <a:defRPr b="0">
                <a:solidFill>
                  <a:schemeClr val="tx2"/>
                </a:solidFill>
              </a:defRPr>
            </a:lvl1pPr>
            <a:lvl2pPr>
              <a:defRPr/>
            </a:lvl2pPr>
          </a:lstStyle>
          <a:p>
            <a:pPr lvl="0"/>
            <a:r>
              <a:rPr lang="de-DE" dirty="0"/>
              <a:t>Insert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.</a:t>
            </a:r>
          </a:p>
        </p:txBody>
      </p:sp>
      <p:sp>
        <p:nvSpPr>
          <p:cNvPr id="31" name="Textplatzhalter 29">
            <a:extLst>
              <a:ext uri="{FF2B5EF4-FFF2-40B4-BE49-F238E27FC236}">
                <a16:creationId xmlns:a16="http://schemas.microsoft.com/office/drawing/2014/main" id="{0D723A5E-00F1-4714-82CC-C1436F3F9E3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13444" y="1593290"/>
            <a:ext cx="3643594" cy="1899773"/>
          </a:xfrm>
        </p:spPr>
        <p:txBody>
          <a:bodyPr anchor="b"/>
          <a:lstStyle>
            <a:lvl1pPr>
              <a:defRPr b="0">
                <a:solidFill>
                  <a:schemeClr val="tx2"/>
                </a:solidFill>
              </a:defRPr>
            </a:lvl1pPr>
            <a:lvl2pPr>
              <a:defRPr/>
            </a:lvl2pPr>
          </a:lstStyle>
          <a:p>
            <a:pPr lvl="0"/>
            <a:r>
              <a:rPr lang="de-DE" dirty="0"/>
              <a:t>Insert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.</a:t>
            </a:r>
          </a:p>
        </p:txBody>
      </p:sp>
      <p:sp>
        <p:nvSpPr>
          <p:cNvPr id="30" name="Textplatzhalter 29">
            <a:extLst>
              <a:ext uri="{FF2B5EF4-FFF2-40B4-BE49-F238E27FC236}">
                <a16:creationId xmlns:a16="http://schemas.microsoft.com/office/drawing/2014/main" id="{C2DB467A-8A28-436B-8E6C-C992C12F2B9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343410" y="1592263"/>
            <a:ext cx="3644639" cy="1900800"/>
          </a:xfrm>
        </p:spPr>
        <p:txBody>
          <a:bodyPr anchor="b"/>
          <a:lstStyle>
            <a:lvl1pPr>
              <a:defRPr b="0">
                <a:solidFill>
                  <a:schemeClr val="tx2"/>
                </a:solidFill>
              </a:defRPr>
            </a:lvl1pPr>
            <a:lvl2pPr>
              <a:defRPr/>
            </a:lvl2pPr>
          </a:lstStyle>
          <a:p>
            <a:pPr lvl="0"/>
            <a:r>
              <a:rPr lang="de-DE" dirty="0"/>
              <a:t>Insert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.  </a:t>
            </a:r>
          </a:p>
        </p:txBody>
      </p:sp>
    </p:spTree>
    <p:extLst>
      <p:ext uri="{BB962C8B-B14F-4D97-AF65-F5344CB8AC3E}">
        <p14:creationId xmlns:p14="http://schemas.microsoft.com/office/powerpoint/2010/main" val="2071705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Boxes_Sub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platzhalter 29">
            <a:extLst>
              <a:ext uri="{FF2B5EF4-FFF2-40B4-BE49-F238E27FC236}">
                <a16:creationId xmlns:a16="http://schemas.microsoft.com/office/drawing/2014/main" id="{C2DB467A-8A28-436B-8E6C-C992C12F2B9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343410" y="2339509"/>
            <a:ext cx="3644639" cy="1900800"/>
          </a:xfrm>
        </p:spPr>
        <p:txBody>
          <a:bodyPr anchor="b"/>
          <a:lstStyle>
            <a:lvl1pPr>
              <a:defRPr b="0">
                <a:solidFill>
                  <a:schemeClr val="tx2"/>
                </a:solidFill>
              </a:defRPr>
            </a:lvl1pPr>
            <a:lvl2pPr>
              <a:defRPr/>
            </a:lvl2pPr>
          </a:lstStyle>
          <a:p>
            <a:pPr lvl="0"/>
            <a:r>
              <a:rPr lang="de-DE" dirty="0"/>
              <a:t>Insert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.  </a:t>
            </a:r>
          </a:p>
        </p:txBody>
      </p:sp>
      <p:sp>
        <p:nvSpPr>
          <p:cNvPr id="28" name="Bildplatzhalter 27">
            <a:extLst>
              <a:ext uri="{FF2B5EF4-FFF2-40B4-BE49-F238E27FC236}">
                <a16:creationId xmlns:a16="http://schemas.microsoft.com/office/drawing/2014/main" id="{22BED746-8101-4A71-9697-0A2A446D6A4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34963" y="2340100"/>
            <a:ext cx="1900484" cy="1900800"/>
          </a:xfrm>
          <a:solidFill>
            <a:srgbClr val="BBBCBD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31" name="Textplatzhalter 29">
            <a:extLst>
              <a:ext uri="{FF2B5EF4-FFF2-40B4-BE49-F238E27FC236}">
                <a16:creationId xmlns:a16="http://schemas.microsoft.com/office/drawing/2014/main" id="{0D723A5E-00F1-4714-82CC-C1436F3F9E3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14968" y="2340000"/>
            <a:ext cx="3642070" cy="1900309"/>
          </a:xfrm>
        </p:spPr>
        <p:txBody>
          <a:bodyPr anchor="b"/>
          <a:lstStyle>
            <a:lvl1pPr>
              <a:defRPr b="0">
                <a:solidFill>
                  <a:schemeClr val="tx2"/>
                </a:solidFill>
              </a:defRPr>
            </a:lvl1pPr>
            <a:lvl2pPr>
              <a:defRPr/>
            </a:lvl2pPr>
          </a:lstStyle>
          <a:p>
            <a:pPr lvl="0"/>
            <a:r>
              <a:rPr lang="de-DE" dirty="0"/>
              <a:t>Insert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.</a:t>
            </a:r>
          </a:p>
        </p:txBody>
      </p:sp>
      <p:sp>
        <p:nvSpPr>
          <p:cNvPr id="32" name="Bildplatzhalter 27">
            <a:extLst>
              <a:ext uri="{FF2B5EF4-FFF2-40B4-BE49-F238E27FC236}">
                <a16:creationId xmlns:a16="http://schemas.microsoft.com/office/drawing/2014/main" id="{37D07AB3-9634-4674-9299-B188AFC5D7D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205806" y="2340000"/>
            <a:ext cx="1900484" cy="1900800"/>
          </a:xfrm>
          <a:solidFill>
            <a:srgbClr val="BBBCBD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34" name="Textplatzhalter 29">
            <a:extLst>
              <a:ext uri="{FF2B5EF4-FFF2-40B4-BE49-F238E27FC236}">
                <a16:creationId xmlns:a16="http://schemas.microsoft.com/office/drawing/2014/main" id="{097CCB9B-E2C6-4A01-A8CD-E2653CA51C7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44110" y="4479604"/>
            <a:ext cx="3643609" cy="1900800"/>
          </a:xfrm>
        </p:spPr>
        <p:txBody>
          <a:bodyPr anchor="b"/>
          <a:lstStyle>
            <a:lvl1pPr>
              <a:defRPr b="0">
                <a:solidFill>
                  <a:schemeClr val="tx2"/>
                </a:solidFill>
              </a:defRPr>
            </a:lvl1pPr>
            <a:lvl2pPr>
              <a:defRPr/>
            </a:lvl2pPr>
          </a:lstStyle>
          <a:p>
            <a:pPr lvl="0"/>
            <a:r>
              <a:rPr lang="de-DE" dirty="0"/>
              <a:t>Insert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.</a:t>
            </a:r>
          </a:p>
        </p:txBody>
      </p:sp>
      <p:sp>
        <p:nvSpPr>
          <p:cNvPr id="35" name="Bildplatzhalter 27">
            <a:extLst>
              <a:ext uri="{FF2B5EF4-FFF2-40B4-BE49-F238E27FC236}">
                <a16:creationId xmlns:a16="http://schemas.microsoft.com/office/drawing/2014/main" id="{4FA71FB2-3EB1-4384-9506-F4CF1DB98EC9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34963" y="4481222"/>
            <a:ext cx="1900484" cy="1900800"/>
          </a:xfrm>
          <a:solidFill>
            <a:srgbClr val="BBBCBD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37" name="Textplatzhalter 29">
            <a:extLst>
              <a:ext uri="{FF2B5EF4-FFF2-40B4-BE49-F238E27FC236}">
                <a16:creationId xmlns:a16="http://schemas.microsoft.com/office/drawing/2014/main" id="{005F71B1-14D6-4606-A98D-739068E06EC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213046" y="4480950"/>
            <a:ext cx="3643992" cy="1899454"/>
          </a:xfrm>
        </p:spPr>
        <p:txBody>
          <a:bodyPr anchor="b"/>
          <a:lstStyle>
            <a:lvl1pPr>
              <a:defRPr b="0">
                <a:solidFill>
                  <a:schemeClr val="tx2"/>
                </a:solidFill>
              </a:defRPr>
            </a:lvl1pPr>
            <a:lvl2pPr>
              <a:defRPr/>
            </a:lvl2pPr>
          </a:lstStyle>
          <a:p>
            <a:pPr lvl="0"/>
            <a:r>
              <a:rPr lang="de-DE" dirty="0"/>
              <a:t>Insert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.  </a:t>
            </a:r>
          </a:p>
        </p:txBody>
      </p:sp>
      <p:sp>
        <p:nvSpPr>
          <p:cNvPr id="38" name="Bildplatzhalter 27">
            <a:extLst>
              <a:ext uri="{FF2B5EF4-FFF2-40B4-BE49-F238E27FC236}">
                <a16:creationId xmlns:a16="http://schemas.microsoft.com/office/drawing/2014/main" id="{6CFCC729-A57A-4E8F-BF1A-CB2ECA37764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204282" y="4480950"/>
            <a:ext cx="1900484" cy="1900800"/>
          </a:xfrm>
          <a:solidFill>
            <a:srgbClr val="BBBCBD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40" name="Text Placeholder 36">
            <a:extLst>
              <a:ext uri="{FF2B5EF4-FFF2-40B4-BE49-F238E27FC236}">
                <a16:creationId xmlns:a16="http://schemas.microsoft.com/office/drawing/2014/main" id="{751C7E5D-1C31-4604-8001-938ABF6444C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 bwMode="gray">
          <a:xfrm>
            <a:off x="334962" y="1592263"/>
            <a:ext cx="11522075" cy="553634"/>
          </a:xfrm>
        </p:spPr>
        <p:txBody>
          <a:bodyPr/>
          <a:lstStyle>
            <a:lvl1pPr>
              <a:defRPr b="0">
                <a:solidFill>
                  <a:schemeClr val="tx2"/>
                </a:solidFill>
              </a:defRPr>
            </a:lvl1pPr>
            <a:lvl2pPr marL="0" indent="0">
              <a:buNone/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B4A23D03-4076-42CD-B842-7C9CFDE8A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B8296C5-3D78-439A-99CF-600A36F140F2}"/>
              </a:ext>
            </a:extLst>
          </p:cNvPr>
          <p:cNvSpPr>
            <a:spLocks noGrp="1"/>
          </p:cNvSpPr>
          <p:nvPr>
            <p:ph type="dt" sz="half" idx="27"/>
          </p:nvPr>
        </p:nvSpPr>
        <p:spPr/>
        <p:txBody>
          <a:bodyPr/>
          <a:lstStyle/>
          <a:p>
            <a:pPr algn="r"/>
            <a:fld id="{24026091-BFFF-44CD-A9B0-A1B70826E85B}" type="datetime1">
              <a:rPr lang="en-US" smtClean="0"/>
              <a:t>9/22/2026</a:t>
            </a:fld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7596695-C69C-413D-A38B-A3451961F012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FFAB6A7-BDC6-482F-B086-4EC40A880258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87466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334963" y="876475"/>
            <a:ext cx="11522073" cy="53640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334964" y="1592268"/>
            <a:ext cx="11522074" cy="478945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  <a:p>
            <a:pPr lvl="8"/>
            <a:r>
              <a:rPr lang="de-DE" dirty="0"/>
              <a:t>Zehnte Ebene</a:t>
            </a:r>
          </a:p>
          <a:p>
            <a:pPr lvl="6"/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gray">
          <a:xfrm>
            <a:off x="334963" y="6524985"/>
            <a:ext cx="9155193" cy="143099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>
            <a:lvl1pPr algn="l">
              <a:defRPr sz="900">
                <a:solidFill>
                  <a:schemeClr val="tx2"/>
                </a:solidFill>
              </a:defRPr>
            </a:lvl1pPr>
            <a:lvl2pPr marL="0" indent="0">
              <a:defRPr sz="900">
                <a:solidFill>
                  <a:schemeClr val="tx2">
                    <a:lumMod val="75000"/>
                  </a:schemeClr>
                </a:solidFill>
              </a:defRPr>
            </a:lvl2pPr>
            <a:lvl3pPr marL="0" indent="0">
              <a:defRPr sz="900">
                <a:solidFill>
                  <a:schemeClr val="tx2">
                    <a:lumMod val="75000"/>
                  </a:schemeClr>
                </a:solidFill>
              </a:defRPr>
            </a:lvl3pPr>
            <a:lvl4pPr marL="0" indent="0">
              <a:defRPr sz="900">
                <a:solidFill>
                  <a:schemeClr val="tx2">
                    <a:lumMod val="75000"/>
                  </a:schemeClr>
                </a:solidFill>
              </a:defRPr>
            </a:lvl4pPr>
            <a:lvl5pPr marL="0" indent="0">
              <a:defRPr sz="900">
                <a:solidFill>
                  <a:schemeClr val="tx2">
                    <a:lumMod val="75000"/>
                  </a:schemeClr>
                </a:solidFill>
              </a:defRPr>
            </a:lvl5pPr>
            <a:lvl6pPr marL="0" indent="0">
              <a:defRPr sz="900">
                <a:solidFill>
                  <a:schemeClr val="tx2">
                    <a:lumMod val="75000"/>
                  </a:schemeClr>
                </a:solidFill>
              </a:defRPr>
            </a:lvl6pPr>
            <a:lvl7pPr marL="0" indent="0">
              <a:defRPr sz="900">
                <a:solidFill>
                  <a:schemeClr val="tx2">
                    <a:lumMod val="75000"/>
                  </a:schemeClr>
                </a:solidFill>
              </a:defRPr>
            </a:lvl7pPr>
            <a:lvl8pPr marL="0" indent="0">
              <a:defRPr sz="900">
                <a:solidFill>
                  <a:schemeClr val="tx2">
                    <a:lumMod val="75000"/>
                  </a:schemeClr>
                </a:solidFill>
              </a:defRPr>
            </a:lvl8pPr>
            <a:lvl9pPr marL="0" indent="0">
              <a:defRPr sz="900">
                <a:solidFill>
                  <a:schemeClr val="tx2">
                    <a:lumMod val="75000"/>
                  </a:schemeClr>
                </a:solidFill>
              </a:defRPr>
            </a:lvl9pPr>
          </a:lstStyle>
          <a:p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467678" y="6524985"/>
            <a:ext cx="389358" cy="143098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>
            <a:lvl1pPr algn="r">
              <a:defRPr sz="900">
                <a:solidFill>
                  <a:schemeClr val="tx2"/>
                </a:solidFill>
              </a:defRPr>
            </a:lvl1pPr>
            <a:lvl2pPr marL="0" indent="0">
              <a:defRPr sz="900">
                <a:solidFill>
                  <a:schemeClr val="tx2">
                    <a:lumMod val="75000"/>
                  </a:schemeClr>
                </a:solidFill>
              </a:defRPr>
            </a:lvl2pPr>
            <a:lvl3pPr marL="0" indent="0">
              <a:defRPr sz="900">
                <a:solidFill>
                  <a:schemeClr val="tx2">
                    <a:lumMod val="75000"/>
                  </a:schemeClr>
                </a:solidFill>
              </a:defRPr>
            </a:lvl3pPr>
            <a:lvl4pPr marL="0" indent="0">
              <a:defRPr sz="900">
                <a:solidFill>
                  <a:schemeClr val="tx2">
                    <a:lumMod val="75000"/>
                  </a:schemeClr>
                </a:solidFill>
              </a:defRPr>
            </a:lvl4pPr>
            <a:lvl5pPr marL="0" indent="0">
              <a:defRPr sz="900">
                <a:solidFill>
                  <a:schemeClr val="tx2">
                    <a:lumMod val="75000"/>
                  </a:schemeClr>
                </a:solidFill>
              </a:defRPr>
            </a:lvl5pPr>
            <a:lvl6pPr marL="0" indent="0">
              <a:defRPr sz="900">
                <a:solidFill>
                  <a:schemeClr val="tx2">
                    <a:lumMod val="75000"/>
                  </a:schemeClr>
                </a:solidFill>
              </a:defRPr>
            </a:lvl6pPr>
            <a:lvl7pPr marL="0" indent="0">
              <a:defRPr sz="900">
                <a:solidFill>
                  <a:schemeClr val="tx2">
                    <a:lumMod val="75000"/>
                  </a:schemeClr>
                </a:solidFill>
              </a:defRPr>
            </a:lvl7pPr>
            <a:lvl8pPr marL="0" indent="0">
              <a:defRPr sz="900">
                <a:solidFill>
                  <a:schemeClr val="tx2">
                    <a:lumMod val="75000"/>
                  </a:schemeClr>
                </a:solidFill>
              </a:defRPr>
            </a:lvl8pPr>
            <a:lvl9pPr marL="0" indent="0">
              <a:defRPr sz="900">
                <a:solidFill>
                  <a:schemeClr val="tx2">
                    <a:lumMod val="75000"/>
                  </a:schemeClr>
                </a:solidFill>
              </a:defRPr>
            </a:lvl9pPr>
          </a:lstStyle>
          <a:p>
            <a:fld id="{94176041-F611-405A-BB9C-F44B4516A572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BC0C8E03-F117-4A5C-A126-D3D18DB0519D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gray">
          <a:xfrm>
            <a:off x="9607323" y="6524985"/>
            <a:ext cx="689044" cy="143098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>
            <a:lvl1pPr>
              <a:defRPr lang="en-US" sz="900" smtClean="0">
                <a:solidFill>
                  <a:schemeClr val="tx2"/>
                </a:solidFill>
              </a:defRPr>
            </a:lvl1pPr>
          </a:lstStyle>
          <a:p>
            <a:pPr algn="r"/>
            <a:fld id="{B3685D5D-11EC-45CC-A13E-158950F21811}" type="datetime1">
              <a:rPr lang="en-US" smtClean="0"/>
              <a:t>9/22/2026</a:t>
            </a:fld>
            <a:endParaRPr lang="de-DE" dirty="0"/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080DFF3A-A270-4DA9-845C-CEC2C8D3A27C}"/>
              </a:ext>
            </a:extLst>
          </p:cNvPr>
          <p:cNvCxnSpPr/>
          <p:nvPr userDrawn="1"/>
        </p:nvCxnSpPr>
        <p:spPr bwMode="gray">
          <a:xfrm>
            <a:off x="-1019175" y="765175"/>
            <a:ext cx="995111" cy="0"/>
          </a:xfrm>
          <a:prstGeom prst="line">
            <a:avLst/>
          </a:prstGeom>
          <a:ln w="63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feld 10">
            <a:extLst>
              <a:ext uri="{FF2B5EF4-FFF2-40B4-BE49-F238E27FC236}">
                <a16:creationId xmlns:a16="http://schemas.microsoft.com/office/drawing/2014/main" id="{4AE6FF62-D5FC-4572-8E36-147D97C13AD5}"/>
              </a:ext>
            </a:extLst>
          </p:cNvPr>
          <p:cNvSpPr txBox="1"/>
          <p:nvPr userDrawn="1"/>
        </p:nvSpPr>
        <p:spPr bwMode="gray">
          <a:xfrm>
            <a:off x="-1019175" y="250814"/>
            <a:ext cx="995111" cy="43498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endParaRPr lang="de-DE" dirty="0" err="1">
              <a:solidFill>
                <a:schemeClr val="tx2">
                  <a:lumMod val="75000"/>
                </a:schemeClr>
              </a:solidFill>
            </a:endParaRPr>
          </a:p>
        </p:txBody>
      </p: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A272A78F-E52E-4AA1-BE7F-1BB50E165594}"/>
              </a:ext>
            </a:extLst>
          </p:cNvPr>
          <p:cNvCxnSpPr/>
          <p:nvPr userDrawn="1"/>
        </p:nvCxnSpPr>
        <p:spPr bwMode="gray">
          <a:xfrm>
            <a:off x="-1019175" y="0"/>
            <a:ext cx="995111" cy="0"/>
          </a:xfrm>
          <a:prstGeom prst="line">
            <a:avLst/>
          </a:prstGeom>
          <a:ln w="63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4B470433-6221-41BD-91AD-CE215515AF67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-257175" y="0"/>
            <a:ext cx="0" cy="756000"/>
          </a:xfrm>
          <a:prstGeom prst="straightConnector1">
            <a:avLst/>
          </a:prstGeom>
          <a:ln w="635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feld 15">
            <a:extLst>
              <a:ext uri="{FF2B5EF4-FFF2-40B4-BE49-F238E27FC236}">
                <a16:creationId xmlns:a16="http://schemas.microsoft.com/office/drawing/2014/main" id="{74DA686A-2B4B-45CD-9952-5DF06A5A3A55}"/>
              </a:ext>
            </a:extLst>
          </p:cNvPr>
          <p:cNvSpPr txBox="1"/>
          <p:nvPr userDrawn="1"/>
        </p:nvSpPr>
        <p:spPr bwMode="gray">
          <a:xfrm>
            <a:off x="-1421239" y="0"/>
            <a:ext cx="1087852" cy="756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1200" noProof="0" dirty="0">
                <a:solidFill>
                  <a:srgbClr val="FF0000"/>
                </a:solidFill>
              </a:rPr>
              <a:t>Don‘t place </a:t>
            </a:r>
            <a:br>
              <a:rPr lang="en-US" sz="1200" noProof="0" dirty="0">
                <a:solidFill>
                  <a:srgbClr val="FF0000"/>
                </a:solidFill>
              </a:rPr>
            </a:br>
            <a:r>
              <a:rPr lang="en-US" sz="1200" noProof="0" dirty="0">
                <a:solidFill>
                  <a:srgbClr val="FF0000"/>
                </a:solidFill>
              </a:rPr>
              <a:t>any elements in </a:t>
            </a:r>
            <a:br>
              <a:rPr lang="en-US" sz="1200" noProof="0" dirty="0">
                <a:solidFill>
                  <a:srgbClr val="FF0000"/>
                </a:solidFill>
              </a:rPr>
            </a:br>
            <a:r>
              <a:rPr lang="en-US" sz="1200" noProof="0" dirty="0">
                <a:solidFill>
                  <a:srgbClr val="FF0000"/>
                </a:solidFill>
              </a:rPr>
              <a:t>the brand zone</a:t>
            </a:r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7D545E91-E02D-4BE3-8FF2-2E22680B2293}"/>
              </a:ext>
            </a:extLst>
          </p:cNvPr>
          <p:cNvSpPr txBox="1">
            <a:spLocks/>
          </p:cNvSpPr>
          <p:nvPr userDrawn="1"/>
        </p:nvSpPr>
        <p:spPr bwMode="gray">
          <a:xfrm>
            <a:off x="10413534" y="6524985"/>
            <a:ext cx="936000" cy="143098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9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noProof="0" dirty="0"/>
              <a:t>strictly confidential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CE1711A-1C84-48B4-9987-CDF257D5276D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252000"/>
            <a:ext cx="1511527" cy="252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AE59438-C5CE-4059-9FAE-9959B08086C7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2372" y="237600"/>
            <a:ext cx="1444665" cy="29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308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22" r:id="rId2"/>
    <p:sldLayoutId id="2147483702" r:id="rId3"/>
    <p:sldLayoutId id="2147483725" r:id="rId4"/>
    <p:sldLayoutId id="2147483703" r:id="rId5"/>
    <p:sldLayoutId id="2147483704" r:id="rId6"/>
    <p:sldLayoutId id="2147483723" r:id="rId7"/>
    <p:sldLayoutId id="2147483724" r:id="rId8"/>
    <p:sldLayoutId id="2147483705" r:id="rId9"/>
    <p:sldLayoutId id="2147483721" r:id="rId10"/>
    <p:sldLayoutId id="2147483706" r:id="rId11"/>
    <p:sldLayoutId id="2147483720" r:id="rId12"/>
    <p:sldLayoutId id="2147483712" r:id="rId13"/>
    <p:sldLayoutId id="2147483713" r:id="rId14"/>
    <p:sldLayoutId id="2147483714" r:id="rId15"/>
    <p:sldLayoutId id="2147483715" r:id="rId16"/>
    <p:sldLayoutId id="2147483716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spcBef>
          <a:spcPct val="0"/>
        </a:spcBef>
        <a:buNone/>
        <a:defRPr sz="240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 typeface="Arial Black" panose="020B0A04020102020204" pitchFamily="34" charset="0"/>
        <a:buNone/>
        <a:defRPr sz="1800" b="1" kern="1200">
          <a:solidFill>
            <a:schemeClr val="tx2"/>
          </a:solidFill>
          <a:latin typeface="+mn-lt"/>
          <a:ea typeface="+mn-ea"/>
          <a:cs typeface="+mn-cs"/>
        </a:defRPr>
      </a:lvl1pPr>
      <a:lvl2pPr marL="162000" indent="-162000" algn="l" defTabSz="914400" rtl="0" eaLnBrk="1" latinLnBrk="0" hangingPunct="1">
        <a:spcBef>
          <a:spcPts val="600"/>
        </a:spcBef>
        <a:buClr>
          <a:schemeClr val="accent1"/>
        </a:buClr>
        <a:buFont typeface="Wingdings" panose="05000000000000000000" pitchFamily="2" charset="2"/>
        <a:buChar char="§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324000" indent="-162000" algn="l" defTabSz="914400" rtl="0" eaLnBrk="1" latinLnBrk="0" hangingPunct="1">
        <a:spcBef>
          <a:spcPts val="600"/>
        </a:spcBef>
        <a:buClr>
          <a:schemeClr val="accent1"/>
        </a:buClr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486000" indent="-162000" algn="l" defTabSz="914400" rtl="0" eaLnBrk="1" latinLnBrk="0" hangingPunct="1">
        <a:spcBef>
          <a:spcPts val="600"/>
        </a:spcBef>
        <a:buClr>
          <a:schemeClr val="accent1"/>
        </a:buClr>
        <a:buFont typeface="Wingdings" panose="05000000000000000000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648000" indent="-162000" algn="l" defTabSz="914400" rtl="0" eaLnBrk="1" latinLnBrk="0" hangingPunct="1">
        <a:spcBef>
          <a:spcPts val="600"/>
        </a:spcBef>
        <a:buClr>
          <a:schemeClr val="accent1"/>
        </a:buClr>
        <a:buFont typeface="Wingdings" panose="05000000000000000000" pitchFamily="2" charset="2"/>
        <a:buChar char="§"/>
        <a:defRPr lang="de-DE" sz="1200" kern="1200" dirty="0">
          <a:solidFill>
            <a:schemeClr val="tx2"/>
          </a:solidFill>
          <a:latin typeface="+mn-lt"/>
          <a:ea typeface="+mn-ea"/>
          <a:cs typeface="+mn-cs"/>
        </a:defRPr>
      </a:lvl5pPr>
      <a:lvl6pPr marL="810000" indent="-162000" algn="l" defTabSz="914400" rtl="0" eaLnBrk="1" latinLnBrk="0" hangingPunct="1">
        <a:spcBef>
          <a:spcPct val="20000"/>
        </a:spcBef>
        <a:buClr>
          <a:schemeClr val="accent1"/>
        </a:buClr>
        <a:buFont typeface="Wingdings" panose="05000000000000000000" pitchFamily="2" charset="2"/>
        <a:buChar char="§"/>
        <a:defRPr lang="de-DE" sz="1200" kern="1200" dirty="0">
          <a:solidFill>
            <a:schemeClr val="tx2"/>
          </a:solidFill>
          <a:latin typeface="+mn-lt"/>
          <a:ea typeface="+mn-ea"/>
          <a:cs typeface="+mn-cs"/>
        </a:defRPr>
      </a:lvl6pPr>
      <a:lvl7pPr marL="972000" indent="-162000" algn="l" defTabSz="914400" rtl="0" eaLnBrk="1" latinLnBrk="0" hangingPunct="1">
        <a:spcBef>
          <a:spcPct val="20000"/>
        </a:spcBef>
        <a:buClr>
          <a:schemeClr val="accent1"/>
        </a:buClr>
        <a:buFont typeface="Wingdings" panose="05000000000000000000" pitchFamily="2" charset="2"/>
        <a:buChar char="§"/>
        <a:defRPr lang="de-DE" sz="1200" kern="1200" dirty="0">
          <a:solidFill>
            <a:schemeClr val="tx2"/>
          </a:solidFill>
          <a:latin typeface="+mn-lt"/>
          <a:ea typeface="+mn-ea"/>
          <a:cs typeface="+mn-cs"/>
        </a:defRPr>
      </a:lvl7pPr>
      <a:lvl8pPr marL="1134000" indent="-162000" algn="l" defTabSz="914400" rtl="0" eaLnBrk="1" latinLnBrk="0" hangingPunct="1">
        <a:spcBef>
          <a:spcPct val="20000"/>
        </a:spcBef>
        <a:buClr>
          <a:schemeClr val="accent1"/>
        </a:buClr>
        <a:buFont typeface="Wingdings" panose="05000000000000000000" pitchFamily="2" charset="2"/>
        <a:buChar char="§"/>
        <a:defRPr lang="de-DE" sz="1200" kern="1200" dirty="0">
          <a:solidFill>
            <a:schemeClr val="tx2"/>
          </a:solidFill>
          <a:latin typeface="+mn-lt"/>
          <a:ea typeface="+mn-ea"/>
          <a:cs typeface="+mn-cs"/>
        </a:defRPr>
      </a:lvl8pPr>
      <a:lvl9pPr marL="1296000" indent="-162000" algn="l" defTabSz="914400" rtl="0" eaLnBrk="1" latinLnBrk="0" hangingPunct="1">
        <a:spcBef>
          <a:spcPct val="20000"/>
        </a:spcBef>
        <a:buClr>
          <a:schemeClr val="accent1"/>
        </a:buClr>
        <a:buFont typeface="Wingdings" panose="05000000000000000000" pitchFamily="2" charset="2"/>
        <a:buChar char="§"/>
        <a:defRPr lang="de-DE" sz="1200" kern="1200" dirty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orient="horz" pos="4020" userDrawn="1">
          <p15:clr>
            <a:srgbClr val="F26B43"/>
          </p15:clr>
        </p15:guide>
        <p15:guide id="1" pos="211" userDrawn="1">
          <p15:clr>
            <a:srgbClr val="F26B43"/>
          </p15:clr>
        </p15:guide>
        <p15:guide id="2" pos="7469" userDrawn="1">
          <p15:clr>
            <a:srgbClr val="F26B43"/>
          </p15:clr>
        </p15:guide>
        <p15:guide id="3" orient="horz" pos="1003" userDrawn="1">
          <p15:clr>
            <a:srgbClr val="547EBF"/>
          </p15:clr>
        </p15:guide>
        <p15:guide id="4" orient="horz" pos="482" userDrawn="1">
          <p15:clr>
            <a:srgbClr val="F26B43"/>
          </p15:clr>
        </p15:guide>
        <p15:guide id="5" orient="horz" pos="550" userDrawn="1">
          <p15:clr>
            <a:srgbClr val="547EBF"/>
          </p15:clr>
        </p15:guide>
        <p15:guide id="7" orient="horz" pos="2500" userDrawn="1">
          <p15:clr>
            <a:srgbClr val="547EBF"/>
          </p15:clr>
        </p15:guide>
        <p15:guide id="9" pos="3908" userDrawn="1">
          <p15:clr>
            <a:srgbClr val="547EBF"/>
          </p15:clr>
        </p15:guide>
        <p15:guide id="10" pos="3772" userDrawn="1">
          <p15:clr>
            <a:srgbClr val="547EBF"/>
          </p15:clr>
        </p15:guide>
        <p15:guide id="11" pos="3840" userDrawn="1">
          <p15:clr>
            <a:srgbClr val="F26B43"/>
          </p15:clr>
        </p15:guide>
        <p15:guide id="12" orient="horz" pos="420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7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png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png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png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48.png"/><Relationship Id="rId4" Type="http://schemas.openxmlformats.org/officeDocument/2006/relationships/image" Target="../media/image4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7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7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7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7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png"/><Relationship Id="rId4" Type="http://schemas.openxmlformats.org/officeDocument/2006/relationships/image" Target="../media/image6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dplatzhalter 10">
            <a:extLst>
              <a:ext uri="{FF2B5EF4-FFF2-40B4-BE49-F238E27FC236}">
                <a16:creationId xmlns:a16="http://schemas.microsoft.com/office/drawing/2014/main" id="{3C19B778-A1A8-4864-9551-EBA05E17CCD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0" b="20"/>
          <a:stretch/>
        </p:blipFill>
        <p:spPr/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BE7C73B-9353-4195-A6EF-11E895EF7E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4962" y="3784084"/>
            <a:ext cx="6389687" cy="1913546"/>
          </a:xfrm>
        </p:spPr>
        <p:txBody>
          <a:bodyPr/>
          <a:lstStyle/>
          <a:p>
            <a:r>
              <a:rPr lang="de-DE" sz="2400" dirty="0"/>
              <a:t>Cloud </a:t>
            </a:r>
            <a:r>
              <a:rPr lang="de-DE" sz="2400" dirty="0" err="1"/>
              <a:t>infrastructure</a:t>
            </a:r>
            <a:r>
              <a:rPr lang="de-DE" sz="2400" dirty="0"/>
              <a:t> </a:t>
            </a:r>
            <a:r>
              <a:rPr lang="de-DE" sz="2400" dirty="0" err="1"/>
              <a:t>automation</a:t>
            </a:r>
            <a:br>
              <a:rPr lang="de-DE" sz="2400" dirty="0"/>
            </a:br>
            <a:br>
              <a:rPr lang="de-DE" sz="2400" dirty="0"/>
            </a:br>
            <a:endParaRPr lang="de-DE" sz="2400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F2A3C7B8-4295-4F05-97EA-0017FE2715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4962" y="5697630"/>
            <a:ext cx="6389687" cy="433553"/>
          </a:xfrm>
        </p:spPr>
        <p:txBody>
          <a:bodyPr/>
          <a:lstStyle/>
          <a:p>
            <a:r>
              <a:rPr lang="de-DE" dirty="0"/>
              <a:t>Seminar zur Praxisphase</a:t>
            </a:r>
          </a:p>
          <a:p>
            <a:r>
              <a:rPr lang="de-DE" dirty="0"/>
              <a:t>Nassim Akalai – Heraeus Consulting &amp; IT Solutions GmbH</a:t>
            </a:r>
          </a:p>
          <a:p>
            <a:r>
              <a:rPr lang="de-DE" dirty="0"/>
              <a:t>Frankfurt University of Applied Sciences – 23/09/2026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0FB3B72-2784-4A49-821E-7D474C7B06F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4962" y="6131181"/>
            <a:ext cx="6389687" cy="36000"/>
          </a:xfrm>
        </p:spPr>
        <p:txBody>
          <a:bodyPr/>
          <a:lstStyle/>
          <a:p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ABD43E0-1EDD-F26A-43C0-ABD8A5B5F4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8199" y="238097"/>
            <a:ext cx="2333951" cy="400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45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CEF7C350-3AC0-4E54-9391-C754A9565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9FAE0-E2AD-420B-97E0-B97E16EE01A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89" name="Titel 88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dirty="0"/>
              <a:t>Agenda – 6 topics</a:t>
            </a:r>
          </a:p>
        </p:txBody>
      </p:sp>
      <p:graphicFrame>
        <p:nvGraphicFramePr>
          <p:cNvPr id="10" name="Tabelle 3">
            <a:extLst>
              <a:ext uri="{FF2B5EF4-FFF2-40B4-BE49-F238E27FC236}">
                <a16:creationId xmlns:a16="http://schemas.microsoft.com/office/drawing/2014/main" id="{F5DFD5FB-95E9-45AF-BEE2-71DDB07009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5729358"/>
              </p:ext>
            </p:extLst>
          </p:nvPr>
        </p:nvGraphicFramePr>
        <p:xfrm>
          <a:off x="334963" y="2040133"/>
          <a:ext cx="5653087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992">
                  <a:extLst>
                    <a:ext uri="{9D8B030D-6E8A-4147-A177-3AD203B41FA5}">
                      <a16:colId xmlns:a16="http://schemas.microsoft.com/office/drawing/2014/main" val="2918678503"/>
                    </a:ext>
                  </a:extLst>
                </a:gridCol>
                <a:gridCol w="4802095">
                  <a:extLst>
                    <a:ext uri="{9D8B030D-6E8A-4147-A177-3AD203B41FA5}">
                      <a16:colId xmlns:a16="http://schemas.microsoft.com/office/drawing/2014/main" val="4023948150"/>
                    </a:ext>
                  </a:extLst>
                </a:gridCol>
              </a:tblGrid>
              <a:tr h="548805">
                <a:tc>
                  <a:txBody>
                    <a:bodyPr/>
                    <a:lstStyle/>
                    <a:p>
                      <a:pPr algn="r"/>
                      <a:r>
                        <a:rPr lang="de-DE" sz="3600" b="0" dirty="0">
                          <a:solidFill>
                            <a:schemeClr val="accent1"/>
                          </a:solidFill>
                        </a:rPr>
                        <a:t>1</a:t>
                      </a:r>
                    </a:p>
                  </a:txBody>
                  <a:tcPr marL="0" marR="270000" marT="0" marB="0">
                    <a:lnL w="12700" cmpd="sng">
                      <a:noFill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b="1" dirty="0">
                          <a:solidFill>
                            <a:schemeClr val="tx2"/>
                          </a:solidFill>
                        </a:rPr>
                        <a:t>Einführung</a:t>
                      </a:r>
                    </a:p>
                    <a:p>
                      <a:pPr marL="285750" indent="-285750"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Heraeus</a:t>
                      </a:r>
                    </a:p>
                    <a:p>
                      <a:pPr marL="285750" indent="-285750"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Heraeus Consulting &amp; IT Solutions GmbH</a:t>
                      </a:r>
                    </a:p>
                  </a:txBody>
                  <a:tcPr marL="270000" marR="0" marT="0" marB="0"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9178003"/>
                  </a:ext>
                </a:extLst>
              </a:tr>
            </a:tbl>
          </a:graphicData>
        </a:graphic>
      </p:graphicFrame>
      <p:graphicFrame>
        <p:nvGraphicFramePr>
          <p:cNvPr id="11" name="Tabelle 3">
            <a:extLst>
              <a:ext uri="{FF2B5EF4-FFF2-40B4-BE49-F238E27FC236}">
                <a16:creationId xmlns:a16="http://schemas.microsoft.com/office/drawing/2014/main" id="{AC288C2F-8DE0-4B89-A02F-46CEAAB65F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048605"/>
              </p:ext>
            </p:extLst>
          </p:nvPr>
        </p:nvGraphicFramePr>
        <p:xfrm>
          <a:off x="334963" y="3230750"/>
          <a:ext cx="5653087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992">
                  <a:extLst>
                    <a:ext uri="{9D8B030D-6E8A-4147-A177-3AD203B41FA5}">
                      <a16:colId xmlns:a16="http://schemas.microsoft.com/office/drawing/2014/main" val="2918678503"/>
                    </a:ext>
                  </a:extLst>
                </a:gridCol>
                <a:gridCol w="4802095">
                  <a:extLst>
                    <a:ext uri="{9D8B030D-6E8A-4147-A177-3AD203B41FA5}">
                      <a16:colId xmlns:a16="http://schemas.microsoft.com/office/drawing/2014/main" val="4023948150"/>
                    </a:ext>
                  </a:extLst>
                </a:gridCol>
              </a:tblGrid>
              <a:tr h="536400">
                <a:tc>
                  <a:txBody>
                    <a:bodyPr/>
                    <a:lstStyle/>
                    <a:p>
                      <a:pPr algn="r"/>
                      <a:r>
                        <a:rPr lang="de-DE" sz="3600" b="0" dirty="0">
                          <a:solidFill>
                            <a:schemeClr val="accent1"/>
                          </a:solidFill>
                        </a:rPr>
                        <a:t>2</a:t>
                      </a:r>
                    </a:p>
                  </a:txBody>
                  <a:tcPr marL="0" marR="270000" marT="0" marB="0">
                    <a:lnL w="12700" cmpd="sng">
                      <a:noFill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b="1" dirty="0">
                          <a:solidFill>
                            <a:schemeClr val="tx2"/>
                          </a:solidFill>
                        </a:rPr>
                        <a:t>Backend Team</a:t>
                      </a:r>
                    </a:p>
                    <a:p>
                      <a:pPr marL="285750" indent="-285750"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Kernaufgaben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Meine Aufgaben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Daily Tools</a:t>
                      </a:r>
                    </a:p>
                  </a:txBody>
                  <a:tcPr marL="270000" marR="0" marT="0" marB="0"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9178003"/>
                  </a:ext>
                </a:extLst>
              </a:tr>
            </a:tbl>
          </a:graphicData>
        </a:graphic>
      </p:graphicFrame>
      <p:graphicFrame>
        <p:nvGraphicFramePr>
          <p:cNvPr id="12" name="Tabelle 3">
            <a:extLst>
              <a:ext uri="{FF2B5EF4-FFF2-40B4-BE49-F238E27FC236}">
                <a16:creationId xmlns:a16="http://schemas.microsoft.com/office/drawing/2014/main" id="{662EA7AE-EDD9-481D-AAF4-CFB591D314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8404159"/>
              </p:ext>
            </p:extLst>
          </p:nvPr>
        </p:nvGraphicFramePr>
        <p:xfrm>
          <a:off x="6210477" y="2040132"/>
          <a:ext cx="5653086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991">
                  <a:extLst>
                    <a:ext uri="{9D8B030D-6E8A-4147-A177-3AD203B41FA5}">
                      <a16:colId xmlns:a16="http://schemas.microsoft.com/office/drawing/2014/main" val="2918678503"/>
                    </a:ext>
                  </a:extLst>
                </a:gridCol>
                <a:gridCol w="4802095">
                  <a:extLst>
                    <a:ext uri="{9D8B030D-6E8A-4147-A177-3AD203B41FA5}">
                      <a16:colId xmlns:a16="http://schemas.microsoft.com/office/drawing/2014/main" val="4023948150"/>
                    </a:ext>
                  </a:extLst>
                </a:gridCol>
              </a:tblGrid>
              <a:tr h="536400">
                <a:tc>
                  <a:txBody>
                    <a:bodyPr/>
                    <a:lstStyle/>
                    <a:p>
                      <a:pPr algn="r"/>
                      <a:r>
                        <a:rPr lang="de-DE" sz="3600" b="0" dirty="0">
                          <a:solidFill>
                            <a:schemeClr val="accent1"/>
                          </a:solidFill>
                        </a:rPr>
                        <a:t>4</a:t>
                      </a:r>
                    </a:p>
                  </a:txBody>
                  <a:tcPr marL="0" marR="270000" marT="0" marB="0">
                    <a:lnL w="12700" cmpd="sng">
                      <a:noFill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b="1" dirty="0">
                          <a:solidFill>
                            <a:schemeClr val="tx2"/>
                          </a:solidFill>
                        </a:rPr>
                        <a:t>Projekt 2 – TXT Records</a:t>
                      </a:r>
                    </a:p>
                    <a:p>
                      <a:pPr marL="285750" indent="-285750"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Situation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Task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Action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Result</a:t>
                      </a:r>
                      <a:endParaRPr lang="de-DE" sz="1400" b="0" dirty="0">
                        <a:solidFill>
                          <a:schemeClr val="tx2"/>
                        </a:solidFill>
                      </a:endParaRPr>
                    </a:p>
                  </a:txBody>
                  <a:tcPr marL="270000" marR="0" marT="0" marB="0"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9178003"/>
                  </a:ext>
                </a:extLst>
              </a:tr>
            </a:tbl>
          </a:graphicData>
        </a:graphic>
      </p:graphicFrame>
      <p:graphicFrame>
        <p:nvGraphicFramePr>
          <p:cNvPr id="13" name="Tabelle 3">
            <a:extLst>
              <a:ext uri="{FF2B5EF4-FFF2-40B4-BE49-F238E27FC236}">
                <a16:creationId xmlns:a16="http://schemas.microsoft.com/office/drawing/2014/main" id="{649364C6-EEC6-4BCD-B867-629030FDBF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3316595"/>
              </p:ext>
            </p:extLst>
          </p:nvPr>
        </p:nvGraphicFramePr>
        <p:xfrm>
          <a:off x="6203950" y="3230750"/>
          <a:ext cx="5653086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991">
                  <a:extLst>
                    <a:ext uri="{9D8B030D-6E8A-4147-A177-3AD203B41FA5}">
                      <a16:colId xmlns:a16="http://schemas.microsoft.com/office/drawing/2014/main" val="2918678503"/>
                    </a:ext>
                  </a:extLst>
                </a:gridCol>
                <a:gridCol w="4802095">
                  <a:extLst>
                    <a:ext uri="{9D8B030D-6E8A-4147-A177-3AD203B41FA5}">
                      <a16:colId xmlns:a16="http://schemas.microsoft.com/office/drawing/2014/main" val="4023948150"/>
                    </a:ext>
                  </a:extLst>
                </a:gridCol>
              </a:tblGrid>
              <a:tr h="536400">
                <a:tc>
                  <a:txBody>
                    <a:bodyPr/>
                    <a:lstStyle/>
                    <a:p>
                      <a:pPr algn="r"/>
                      <a:r>
                        <a:rPr lang="de-DE" sz="3600" b="0" dirty="0">
                          <a:solidFill>
                            <a:schemeClr val="accent1"/>
                          </a:solidFill>
                        </a:rPr>
                        <a:t>5</a:t>
                      </a:r>
                    </a:p>
                  </a:txBody>
                  <a:tcPr marL="0" marR="270000" marT="0" marB="0">
                    <a:lnL w="12700" cmpd="sng">
                      <a:noFill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b="1" dirty="0">
                          <a:solidFill>
                            <a:schemeClr val="tx2"/>
                          </a:solidFill>
                        </a:rPr>
                        <a:t>Projekt 3 - </a:t>
                      </a:r>
                      <a:r>
                        <a:rPr lang="de-DE" b="1" dirty="0" err="1">
                          <a:solidFill>
                            <a:schemeClr val="tx2"/>
                          </a:solidFill>
                        </a:rPr>
                        <a:t>PWChangeWebApp</a:t>
                      </a:r>
                      <a:endParaRPr lang="de-DE" b="1" dirty="0">
                        <a:solidFill>
                          <a:schemeClr val="tx2"/>
                        </a:solidFill>
                      </a:endParaRPr>
                    </a:p>
                    <a:p>
                      <a:pPr marL="285750" indent="-285750"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Situation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Task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Action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Result</a:t>
                      </a:r>
                      <a:endParaRPr lang="de-DE" sz="1400" b="0" dirty="0">
                        <a:solidFill>
                          <a:schemeClr val="tx2"/>
                        </a:solidFill>
                      </a:endParaRPr>
                    </a:p>
                  </a:txBody>
                  <a:tcPr marL="270000" marR="0" marT="0" marB="0"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9178003"/>
                  </a:ext>
                </a:extLst>
              </a:tr>
            </a:tbl>
          </a:graphicData>
        </a:graphic>
      </p:graphicFrame>
      <p:graphicFrame>
        <p:nvGraphicFramePr>
          <p:cNvPr id="14" name="Tabelle 3">
            <a:extLst>
              <a:ext uri="{FF2B5EF4-FFF2-40B4-BE49-F238E27FC236}">
                <a16:creationId xmlns:a16="http://schemas.microsoft.com/office/drawing/2014/main" id="{4FDE5039-700F-475B-BFD1-AF580FF3A4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4392904"/>
              </p:ext>
            </p:extLst>
          </p:nvPr>
        </p:nvGraphicFramePr>
        <p:xfrm>
          <a:off x="334963" y="4421367"/>
          <a:ext cx="5653087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992">
                  <a:extLst>
                    <a:ext uri="{9D8B030D-6E8A-4147-A177-3AD203B41FA5}">
                      <a16:colId xmlns:a16="http://schemas.microsoft.com/office/drawing/2014/main" val="2918678503"/>
                    </a:ext>
                  </a:extLst>
                </a:gridCol>
                <a:gridCol w="4802095">
                  <a:extLst>
                    <a:ext uri="{9D8B030D-6E8A-4147-A177-3AD203B41FA5}">
                      <a16:colId xmlns:a16="http://schemas.microsoft.com/office/drawing/2014/main" val="4023948150"/>
                    </a:ext>
                  </a:extLst>
                </a:gridCol>
              </a:tblGrid>
              <a:tr h="536400">
                <a:tc>
                  <a:txBody>
                    <a:bodyPr/>
                    <a:lstStyle/>
                    <a:p>
                      <a:pPr algn="r"/>
                      <a:r>
                        <a:rPr lang="de-DE" sz="3600" b="0" dirty="0">
                          <a:solidFill>
                            <a:schemeClr val="accent1"/>
                          </a:solidFill>
                        </a:rPr>
                        <a:t>3</a:t>
                      </a:r>
                    </a:p>
                  </a:txBody>
                  <a:tcPr marL="0" marR="270000" marT="0" marB="0">
                    <a:lnL w="12700" cmpd="sng">
                      <a:noFill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b="1" dirty="0">
                          <a:solidFill>
                            <a:schemeClr val="tx2"/>
                          </a:solidFill>
                        </a:rPr>
                        <a:t>Projekt 1 – </a:t>
                      </a:r>
                      <a:r>
                        <a:rPr lang="de-DE" b="1" dirty="0" err="1">
                          <a:solidFill>
                            <a:schemeClr val="tx2"/>
                          </a:solidFill>
                        </a:rPr>
                        <a:t>Logging</a:t>
                      </a:r>
                      <a:r>
                        <a:rPr lang="de-DE" b="1" dirty="0">
                          <a:solidFill>
                            <a:schemeClr val="tx2"/>
                          </a:solidFill>
                        </a:rPr>
                        <a:t> </a:t>
                      </a:r>
                    </a:p>
                    <a:p>
                      <a:pPr marL="285750" indent="-285750"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Situation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Task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Action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Result</a:t>
                      </a:r>
                      <a:endParaRPr lang="de-DE" sz="1400" b="0" dirty="0">
                        <a:solidFill>
                          <a:schemeClr val="tx2"/>
                        </a:solidFill>
                      </a:endParaRPr>
                    </a:p>
                  </a:txBody>
                  <a:tcPr marL="270000" marR="0" marT="0" marB="0"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9178003"/>
                  </a:ext>
                </a:extLst>
              </a:tr>
            </a:tbl>
          </a:graphicData>
        </a:graphic>
      </p:graphicFrame>
      <p:graphicFrame>
        <p:nvGraphicFramePr>
          <p:cNvPr id="15" name="Tabelle 3">
            <a:extLst>
              <a:ext uri="{FF2B5EF4-FFF2-40B4-BE49-F238E27FC236}">
                <a16:creationId xmlns:a16="http://schemas.microsoft.com/office/drawing/2014/main" id="{448FF128-3FB0-4AE3-8C20-A4A111D096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616436"/>
              </p:ext>
            </p:extLst>
          </p:nvPr>
        </p:nvGraphicFramePr>
        <p:xfrm>
          <a:off x="6203950" y="4421367"/>
          <a:ext cx="5653086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991">
                  <a:extLst>
                    <a:ext uri="{9D8B030D-6E8A-4147-A177-3AD203B41FA5}">
                      <a16:colId xmlns:a16="http://schemas.microsoft.com/office/drawing/2014/main" val="2918678503"/>
                    </a:ext>
                  </a:extLst>
                </a:gridCol>
                <a:gridCol w="4802095">
                  <a:extLst>
                    <a:ext uri="{9D8B030D-6E8A-4147-A177-3AD203B41FA5}">
                      <a16:colId xmlns:a16="http://schemas.microsoft.com/office/drawing/2014/main" val="4023948150"/>
                    </a:ext>
                  </a:extLst>
                </a:gridCol>
              </a:tblGrid>
              <a:tr h="536400">
                <a:tc>
                  <a:txBody>
                    <a:bodyPr/>
                    <a:lstStyle/>
                    <a:p>
                      <a:pPr algn="r"/>
                      <a:r>
                        <a:rPr lang="de-DE" sz="3600" b="0" dirty="0">
                          <a:solidFill>
                            <a:schemeClr val="accent1"/>
                          </a:solidFill>
                        </a:rPr>
                        <a:t>6</a:t>
                      </a:r>
                    </a:p>
                  </a:txBody>
                  <a:tcPr marL="0" marR="270000" marT="0" marB="0">
                    <a:lnL w="12700" cmpd="sng">
                      <a:noFill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b="1" dirty="0">
                          <a:solidFill>
                            <a:schemeClr val="tx2"/>
                          </a:solidFill>
                        </a:rPr>
                        <a:t>Reflexion</a:t>
                      </a:r>
                    </a:p>
                    <a:p>
                      <a:pPr marL="285750" indent="-285750"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Was habe ich mitgenommen?</a:t>
                      </a:r>
                    </a:p>
                  </a:txBody>
                  <a:tcPr marL="270000" marR="0" marT="0" marB="0"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9178003"/>
                  </a:ext>
                </a:extLst>
              </a:tr>
            </a:tbl>
          </a:graphicData>
        </a:graphic>
      </p:graphicFrame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55DF9BD-B646-4730-B5B8-F20B7CAB3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AAD8FDAC-ECA3-1A50-FB05-E151BF510E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0156" y="231229"/>
            <a:ext cx="2429214" cy="552527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15BFB899-30E9-A8CF-04D2-9B7E3A44A1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3562" y="6550092"/>
            <a:ext cx="1018249" cy="106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739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platzhalter 7">
            <a:extLst>
              <a:ext uri="{FF2B5EF4-FFF2-40B4-BE49-F238E27FC236}">
                <a16:creationId xmlns:a16="http://schemas.microsoft.com/office/drawing/2014/main" id="{1A97CFE0-2450-1993-81DC-7C88E3E09E17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56" r="10656"/>
          <a:stretch>
            <a:fillRect/>
          </a:stretch>
        </p:blipFill>
        <p:spPr bwMode="gray">
          <a:prstGeom prst="rect">
            <a:avLst/>
          </a:prstGeom>
          <a:solidFill>
            <a:srgbClr val="BBBCBD"/>
          </a:solidFill>
        </p:spPr>
      </p:pic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C03C478-CB3C-4AB8-97ED-621CDB1EA24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de-DE" dirty="0"/>
              <a:t>Heraeus</a:t>
            </a:r>
          </a:p>
          <a:p>
            <a:pPr lvl="1"/>
            <a:r>
              <a:rPr lang="de-DE" dirty="0"/>
              <a:t>Globaler deutscher Familien- und Technologiekonzern</a:t>
            </a:r>
          </a:p>
          <a:p>
            <a:pPr lvl="1"/>
            <a:r>
              <a:rPr lang="de-DE" dirty="0"/>
              <a:t>Hauptsitz in Hanau</a:t>
            </a:r>
          </a:p>
          <a:p>
            <a:pPr lvl="1"/>
            <a:r>
              <a:rPr lang="de-DE" dirty="0"/>
              <a:t>Ca. 15.000 Mitarbeiter</a:t>
            </a:r>
          </a:p>
          <a:p>
            <a:pPr lvl="1"/>
            <a:r>
              <a:rPr lang="de-DE" dirty="0"/>
              <a:t>Umsatz bei etwa 43 Milliarden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80AEA10-0795-4B88-95BC-F66A06BA1235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2E5E628-F232-40DA-A101-C4ED74E2EC8D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3</a:t>
            </a:fld>
            <a:endParaRPr 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673F7F83-DD04-4B12-990D-614C39968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Einführung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85C6C76C-580A-CDE4-EC45-CD0F08780A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9771" y="234254"/>
            <a:ext cx="2429214" cy="552527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CE59D3B4-BCA4-5639-4E4B-441B77C665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3562" y="6558405"/>
            <a:ext cx="1018249" cy="106822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B386D037-14E4-7AD3-39D9-4EF2E35863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3562" y="6524985"/>
            <a:ext cx="1018249" cy="168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224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6AF99-E2DE-5285-4E11-6187EF1F4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platzhalter 7">
            <a:extLst>
              <a:ext uri="{FF2B5EF4-FFF2-40B4-BE49-F238E27FC236}">
                <a16:creationId xmlns:a16="http://schemas.microsoft.com/office/drawing/2014/main" id="{C65DBE2E-F123-8B68-E7C3-0566BB3EDA07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56" r="10656"/>
          <a:stretch>
            <a:fillRect/>
          </a:stretch>
        </p:blipFill>
        <p:spPr bwMode="gray">
          <a:prstGeom prst="rect">
            <a:avLst/>
          </a:prstGeom>
          <a:solidFill>
            <a:srgbClr val="BBBCBD"/>
          </a:solidFill>
        </p:spPr>
      </p:pic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3598CE4-0699-740D-352D-57A18A895AC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de-DE" dirty="0"/>
              <a:t>Heraeus Consulting &amp; IT Solutions GmbH</a:t>
            </a:r>
          </a:p>
          <a:p>
            <a:pPr lvl="1"/>
            <a:r>
              <a:rPr lang="de-DE" dirty="0"/>
              <a:t>Eigene Gesellschaft innerhalb der Heraeus-Gruppe</a:t>
            </a:r>
          </a:p>
          <a:p>
            <a:pPr lvl="1"/>
            <a:r>
              <a:rPr lang="de-DE" dirty="0"/>
              <a:t>Organisations-, Informations- und Beratungsdienstleistungen für Heraeus-Gruppe und Dritte</a:t>
            </a:r>
          </a:p>
          <a:p>
            <a:pPr lvl="1"/>
            <a:r>
              <a:rPr lang="de-DE" dirty="0"/>
              <a:t>Unterteilung:</a:t>
            </a:r>
          </a:p>
          <a:p>
            <a:pPr lvl="2"/>
            <a:r>
              <a:rPr lang="de-DE" dirty="0"/>
              <a:t>Heraeus IT (HIT)</a:t>
            </a:r>
          </a:p>
          <a:p>
            <a:pPr lvl="2"/>
            <a:r>
              <a:rPr lang="de-DE" dirty="0"/>
              <a:t>Heraeus Digital Hub (HDH)</a:t>
            </a:r>
          </a:p>
          <a:p>
            <a:pPr lvl="2"/>
            <a:r>
              <a:rPr lang="de-DE" dirty="0"/>
              <a:t>Excellence Team</a:t>
            </a:r>
          </a:p>
          <a:p>
            <a:pPr marL="162000" lvl="2" indent="0">
              <a:buNone/>
            </a:pPr>
            <a:endParaRPr lang="de-DE" dirty="0"/>
          </a:p>
          <a:p>
            <a:pPr marL="162000" lvl="2" indent="0">
              <a:buNone/>
            </a:pP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632EA50-0185-5C8E-D918-49701EDF2A2B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8B0B4E9-2653-4051-9142-AFE5C047886A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4</a:t>
            </a:fld>
            <a:endParaRPr 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EE018B24-1831-D16B-1DDE-96C02BB4A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Einführung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4E96A596-B626-4B14-40FE-6197475C01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0156" y="323948"/>
            <a:ext cx="2429214" cy="552527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4E85BC5F-E778-2FEC-8145-93004A37F5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3562" y="6550092"/>
            <a:ext cx="1018249" cy="106822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A74C34B3-7A3C-E34D-2028-BE08696A01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3562" y="6524985"/>
            <a:ext cx="1018249" cy="168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960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C1BBF-A663-083B-DA26-0A8134D56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AA3E25D-D4C4-ECDB-3BAE-62B6E47CC38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de-DE" dirty="0"/>
              <a:t>Kernaufgaben</a:t>
            </a:r>
          </a:p>
          <a:p>
            <a:pPr lvl="1"/>
            <a:r>
              <a:rPr lang="de-DE" dirty="0"/>
              <a:t>Automatisierung</a:t>
            </a:r>
          </a:p>
          <a:p>
            <a:pPr lvl="1"/>
            <a:r>
              <a:rPr lang="de-DE" dirty="0"/>
              <a:t>Backup &amp; Monitoring</a:t>
            </a:r>
          </a:p>
          <a:p>
            <a:pPr lvl="1"/>
            <a:r>
              <a:rPr lang="de-DE" dirty="0"/>
              <a:t>Azure &amp; </a:t>
            </a:r>
            <a:r>
              <a:rPr lang="de-DE" dirty="0" err="1"/>
              <a:t>OnPrem</a:t>
            </a:r>
            <a:endParaRPr lang="de-DE" dirty="0"/>
          </a:p>
          <a:p>
            <a:pPr lvl="1"/>
            <a:r>
              <a:rPr lang="de-DE" dirty="0" err="1"/>
              <a:t>Nutanix</a:t>
            </a:r>
            <a:endParaRPr lang="de-DE" dirty="0"/>
          </a:p>
          <a:p>
            <a:pPr lvl="1"/>
            <a:r>
              <a:rPr lang="de-DE" dirty="0"/>
              <a:t>Azure (</a:t>
            </a:r>
            <a:r>
              <a:rPr lang="de-DE" dirty="0" err="1"/>
              <a:t>Cost</a:t>
            </a:r>
            <a:r>
              <a:rPr lang="de-DE" dirty="0"/>
              <a:t>- &amp; Cloud Management)</a:t>
            </a:r>
          </a:p>
          <a:p>
            <a:pPr lvl="1"/>
            <a:r>
              <a:rPr lang="de-DE" dirty="0"/>
              <a:t>Windows Server</a:t>
            </a:r>
          </a:p>
          <a:p>
            <a:pPr marL="162000" lvl="2" indent="0">
              <a:buNone/>
            </a:pPr>
            <a:endParaRPr lang="de-DE" dirty="0"/>
          </a:p>
          <a:p>
            <a:pPr marL="162000" lvl="2" indent="0">
              <a:buNone/>
            </a:pP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0CA0893-8889-3A90-9DED-0DCB4D97D86C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6A20B0A-B193-7EE7-63E0-F89CBE72F712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5</a:t>
            </a:fld>
            <a:endParaRPr 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D458CF87-2D25-7E0C-50A1-356982B0B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Backend </a:t>
            </a:r>
            <a:r>
              <a:rPr lang="de-DE" dirty="0" err="1"/>
              <a:t>team</a:t>
            </a:r>
            <a:endParaRPr lang="de-DE" dirty="0"/>
          </a:p>
        </p:txBody>
      </p:sp>
      <p:pic>
        <p:nvPicPr>
          <p:cNvPr id="8" name="Bildplatzhalter 7">
            <a:extLst>
              <a:ext uri="{FF2B5EF4-FFF2-40B4-BE49-F238E27FC236}">
                <a16:creationId xmlns:a16="http://schemas.microsoft.com/office/drawing/2014/main" id="{0129F2AC-98BC-3D52-8D72-B434C5453565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l="3293" r="3293"/>
          <a:stretch/>
        </p:blipFill>
        <p:spPr bwMode="gray">
          <a:xfrm>
            <a:off x="6205098" y="1592262"/>
            <a:ext cx="5653088" cy="4789487"/>
          </a:xfrm>
          <a:prstGeom prst="rect">
            <a:avLst/>
          </a:prstGeom>
          <a:solidFill>
            <a:srgbClr val="BBBCBD"/>
          </a:solidFill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CE4A48A0-171F-5481-9210-760B239D60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2786" y="323948"/>
            <a:ext cx="2429214" cy="552527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882E2174-CB2D-B23C-981F-54CAE856A3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3562" y="6550092"/>
            <a:ext cx="1018249" cy="106822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4A9C1426-6BD6-1740-0CC2-6A0DB7EFA3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3562" y="6524985"/>
            <a:ext cx="1018249" cy="168203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E6A77A8D-19F0-D5F8-941A-466D6B6FA6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41698" y="3249072"/>
            <a:ext cx="2148732" cy="640021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3150148C-388D-7D49-E754-A7533EA882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3942" y="3128298"/>
            <a:ext cx="2236377" cy="2364502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B1386227-8298-5AF7-A2EB-B0C79772B62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90156" y="5517907"/>
            <a:ext cx="2067166" cy="698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505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AD91F-BE02-5691-5DF1-DD8B0E28F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7E7E4AE-6565-E05B-1AC0-7BF4A7F5F22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de-DE" dirty="0"/>
              <a:t>Meine Aufgaben</a:t>
            </a:r>
          </a:p>
          <a:p>
            <a:pPr lvl="1"/>
            <a:r>
              <a:rPr lang="de-DE" dirty="0"/>
              <a:t>Automatisierung der Infrastrukturverwaltung</a:t>
            </a:r>
          </a:p>
          <a:p>
            <a:pPr lvl="1"/>
            <a:r>
              <a:rPr lang="de-DE" dirty="0"/>
              <a:t>Erstellung, Wartung und Weiterentwicklung interner APIs, CI/CD Pipelines, Tools &amp; Skripten</a:t>
            </a:r>
          </a:p>
          <a:p>
            <a:pPr lvl="2"/>
            <a:r>
              <a:rPr lang="de-DE" dirty="0"/>
              <a:t>Darunter: PowerShell, Python, C#, etc.</a:t>
            </a:r>
          </a:p>
          <a:p>
            <a:pPr lvl="1"/>
            <a:r>
              <a:rPr lang="de-DE" dirty="0"/>
              <a:t>Betrieb bestehender Systeme und Aufbau der Containerlandschaft</a:t>
            </a:r>
          </a:p>
          <a:p>
            <a:pPr lvl="2"/>
            <a:r>
              <a:rPr lang="de-DE" dirty="0" err="1"/>
              <a:t>Kubernetes</a:t>
            </a:r>
            <a:r>
              <a:rPr lang="de-DE" dirty="0"/>
              <a:t> &amp; Rancher via </a:t>
            </a:r>
            <a:r>
              <a:rPr lang="de-DE" dirty="0" err="1"/>
              <a:t>IaC</a:t>
            </a:r>
            <a:endParaRPr lang="de-DE" dirty="0"/>
          </a:p>
          <a:p>
            <a:pPr marL="162000" lvl="2" indent="0">
              <a:buNone/>
            </a:pPr>
            <a:endParaRPr lang="de-DE" dirty="0"/>
          </a:p>
          <a:p>
            <a:pPr marL="162000" lvl="2" indent="0">
              <a:buNone/>
            </a:pP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EDAD784-F370-F122-7BE1-C4920D784887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B7D0FFB-70F7-1060-B94E-B3F43DDF8BE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6</a:t>
            </a:fld>
            <a:endParaRPr 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E1F56282-0EA2-8DD8-17C6-9AF36FDAC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Backend </a:t>
            </a:r>
            <a:r>
              <a:rPr lang="de-DE" dirty="0" err="1"/>
              <a:t>team</a:t>
            </a:r>
            <a:endParaRPr lang="de-DE" dirty="0"/>
          </a:p>
        </p:txBody>
      </p:sp>
      <p:pic>
        <p:nvPicPr>
          <p:cNvPr id="8" name="Bildplatzhalter 7">
            <a:extLst>
              <a:ext uri="{FF2B5EF4-FFF2-40B4-BE49-F238E27FC236}">
                <a16:creationId xmlns:a16="http://schemas.microsoft.com/office/drawing/2014/main" id="{2B0E6D11-7CB4-3655-00E0-CFDECD99FC31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l="3293" r="3293"/>
          <a:stretch/>
        </p:blipFill>
        <p:spPr bwMode="gray">
          <a:xfrm>
            <a:off x="6205098" y="1592262"/>
            <a:ext cx="5653088" cy="4789487"/>
          </a:xfrm>
          <a:prstGeom prst="rect">
            <a:avLst/>
          </a:prstGeom>
          <a:solidFill>
            <a:srgbClr val="BBBCBD"/>
          </a:solidFill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FB275EE5-3574-BB2D-BB65-7125BCD494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2786" y="323948"/>
            <a:ext cx="2429214" cy="552527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B7EF744B-4997-0FB8-ECD3-26F66C61E6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3562" y="6550092"/>
            <a:ext cx="1018249" cy="106822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77FB5CA1-8491-6517-6F40-20E7D11D86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3562" y="6524985"/>
            <a:ext cx="1018249" cy="168203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4948ED28-6F83-0810-A7A0-B4785C22BF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41698" y="3249072"/>
            <a:ext cx="2148732" cy="640021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3681AEE0-5950-6E15-85E4-BA4915F8F5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3942" y="3128298"/>
            <a:ext cx="2236377" cy="2364502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9CB9E919-39A6-B4A8-A510-89FF50B0EEE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90156" y="5517907"/>
            <a:ext cx="2067166" cy="698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935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1570C6A5-7ECB-F61C-111E-4FA1D7C352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77883"/>
            <a:ext cx="12192000" cy="6080117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C4B7ADC8-07DC-6D86-B6DE-A7F67A0FC8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3562" y="147605"/>
            <a:ext cx="1619476" cy="466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105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7D1DE589-98E5-CEB9-F69A-DA11F9E800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5177"/>
            <a:ext cx="12192000" cy="6092823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F394BDE8-C228-414B-D070-05008D9B46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3562" y="147605"/>
            <a:ext cx="1619476" cy="46679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373C4A5C-4FAF-6BDF-64F1-C1D24708BA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5516" y="1819493"/>
            <a:ext cx="973596" cy="190301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C58C54EF-70F5-0DEA-CEC0-417080C111F8}"/>
              </a:ext>
            </a:extLst>
          </p:cNvPr>
          <p:cNvSpPr txBox="1"/>
          <p:nvPr/>
        </p:nvSpPr>
        <p:spPr bwMode="gray">
          <a:xfrm>
            <a:off x="8385061" y="1850942"/>
            <a:ext cx="194503" cy="13342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de-DE" sz="800" dirty="0">
                <a:solidFill>
                  <a:schemeClr val="tx2">
                    <a:lumMod val="75000"/>
                  </a:schemeClr>
                </a:solidFill>
              </a:rPr>
              <a:t>User</a:t>
            </a:r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DEA6B708-0A8A-64C6-7CA9-3789DFFA62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5516" y="2378752"/>
            <a:ext cx="973596" cy="190301"/>
          </a:xfrm>
          <a:prstGeom prst="rect">
            <a:avLst/>
          </a:prstGeom>
        </p:spPr>
      </p:pic>
      <p:sp>
        <p:nvSpPr>
          <p:cNvPr id="18" name="Textfeld 17">
            <a:extLst>
              <a:ext uri="{FF2B5EF4-FFF2-40B4-BE49-F238E27FC236}">
                <a16:creationId xmlns:a16="http://schemas.microsoft.com/office/drawing/2014/main" id="{4446EFB1-335D-26E5-ED87-4E7D9C6D43F9}"/>
              </a:ext>
            </a:extLst>
          </p:cNvPr>
          <p:cNvSpPr txBox="1"/>
          <p:nvPr/>
        </p:nvSpPr>
        <p:spPr bwMode="gray">
          <a:xfrm>
            <a:off x="8385061" y="2404100"/>
            <a:ext cx="194503" cy="13342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de-DE" sz="800" dirty="0">
                <a:solidFill>
                  <a:schemeClr val="tx2">
                    <a:lumMod val="75000"/>
                  </a:schemeClr>
                </a:solidFill>
              </a:rPr>
              <a:t>User</a:t>
            </a:r>
          </a:p>
        </p:txBody>
      </p:sp>
      <p:pic>
        <p:nvPicPr>
          <p:cNvPr id="35" name="Grafik 34">
            <a:extLst>
              <a:ext uri="{FF2B5EF4-FFF2-40B4-BE49-F238E27FC236}">
                <a16:creationId xmlns:a16="http://schemas.microsoft.com/office/drawing/2014/main" id="{8A40D70B-74F7-85A3-3AE4-694D5C0F75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5516" y="3064110"/>
            <a:ext cx="973596" cy="190301"/>
          </a:xfrm>
          <a:prstGeom prst="rect">
            <a:avLst/>
          </a:prstGeom>
        </p:spPr>
      </p:pic>
      <p:sp>
        <p:nvSpPr>
          <p:cNvPr id="37" name="Textfeld 36">
            <a:extLst>
              <a:ext uri="{FF2B5EF4-FFF2-40B4-BE49-F238E27FC236}">
                <a16:creationId xmlns:a16="http://schemas.microsoft.com/office/drawing/2014/main" id="{4902E1A5-B993-F153-8E2B-E9CA6F2DC250}"/>
              </a:ext>
            </a:extLst>
          </p:cNvPr>
          <p:cNvSpPr txBox="1"/>
          <p:nvPr/>
        </p:nvSpPr>
        <p:spPr bwMode="gray">
          <a:xfrm>
            <a:off x="8375086" y="3092551"/>
            <a:ext cx="194503" cy="13342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de-DE" sz="800" dirty="0">
                <a:solidFill>
                  <a:schemeClr val="tx2">
                    <a:lumMod val="75000"/>
                  </a:schemeClr>
                </a:solidFill>
              </a:rPr>
              <a:t>User</a:t>
            </a:r>
          </a:p>
        </p:txBody>
      </p:sp>
      <p:pic>
        <p:nvPicPr>
          <p:cNvPr id="39" name="Grafik 38">
            <a:extLst>
              <a:ext uri="{FF2B5EF4-FFF2-40B4-BE49-F238E27FC236}">
                <a16:creationId xmlns:a16="http://schemas.microsoft.com/office/drawing/2014/main" id="{7AD9D8CA-0BF7-8EA2-78FC-108B09A5FF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5516" y="3749468"/>
            <a:ext cx="973596" cy="190301"/>
          </a:xfrm>
          <a:prstGeom prst="rect">
            <a:avLst/>
          </a:prstGeom>
        </p:spPr>
      </p:pic>
      <p:sp>
        <p:nvSpPr>
          <p:cNvPr id="41" name="Textfeld 40">
            <a:extLst>
              <a:ext uri="{FF2B5EF4-FFF2-40B4-BE49-F238E27FC236}">
                <a16:creationId xmlns:a16="http://schemas.microsoft.com/office/drawing/2014/main" id="{15A790A9-5ADA-8B82-DD5A-BDD7816D8EC9}"/>
              </a:ext>
            </a:extLst>
          </p:cNvPr>
          <p:cNvSpPr txBox="1"/>
          <p:nvPr/>
        </p:nvSpPr>
        <p:spPr bwMode="gray">
          <a:xfrm>
            <a:off x="8376945" y="3777909"/>
            <a:ext cx="194503" cy="13342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de-DE" sz="800" dirty="0">
                <a:solidFill>
                  <a:schemeClr val="tx2">
                    <a:lumMod val="75000"/>
                  </a:schemeClr>
                </a:solidFill>
              </a:rPr>
              <a:t>User</a:t>
            </a:r>
          </a:p>
        </p:txBody>
      </p:sp>
      <p:pic>
        <p:nvPicPr>
          <p:cNvPr id="43" name="Grafik 42">
            <a:extLst>
              <a:ext uri="{FF2B5EF4-FFF2-40B4-BE49-F238E27FC236}">
                <a16:creationId xmlns:a16="http://schemas.microsoft.com/office/drawing/2014/main" id="{1709C75D-76FD-6A2B-5F88-2E5100759C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5516" y="4288948"/>
            <a:ext cx="973596" cy="190301"/>
          </a:xfrm>
          <a:prstGeom prst="rect">
            <a:avLst/>
          </a:prstGeom>
        </p:spPr>
      </p:pic>
      <p:sp>
        <p:nvSpPr>
          <p:cNvPr id="45" name="Textfeld 44">
            <a:extLst>
              <a:ext uri="{FF2B5EF4-FFF2-40B4-BE49-F238E27FC236}">
                <a16:creationId xmlns:a16="http://schemas.microsoft.com/office/drawing/2014/main" id="{2E90AEDB-0D5D-EF17-C6C9-B4F09E4B3B1B}"/>
              </a:ext>
            </a:extLst>
          </p:cNvPr>
          <p:cNvSpPr txBox="1"/>
          <p:nvPr/>
        </p:nvSpPr>
        <p:spPr bwMode="gray">
          <a:xfrm>
            <a:off x="8375086" y="4327886"/>
            <a:ext cx="194503" cy="13342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de-DE" sz="800" dirty="0">
                <a:solidFill>
                  <a:schemeClr val="tx2">
                    <a:lumMod val="75000"/>
                  </a:schemeClr>
                </a:solidFill>
              </a:rPr>
              <a:t>User</a:t>
            </a:r>
          </a:p>
        </p:txBody>
      </p:sp>
      <p:pic>
        <p:nvPicPr>
          <p:cNvPr id="47" name="Grafik 46">
            <a:extLst>
              <a:ext uri="{FF2B5EF4-FFF2-40B4-BE49-F238E27FC236}">
                <a16:creationId xmlns:a16="http://schemas.microsoft.com/office/drawing/2014/main" id="{6E298759-A438-656D-C436-45E864FE9C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5516" y="4843693"/>
            <a:ext cx="973596" cy="190301"/>
          </a:xfrm>
          <a:prstGeom prst="rect">
            <a:avLst/>
          </a:prstGeom>
        </p:spPr>
      </p:pic>
      <p:sp>
        <p:nvSpPr>
          <p:cNvPr id="49" name="Textfeld 48">
            <a:extLst>
              <a:ext uri="{FF2B5EF4-FFF2-40B4-BE49-F238E27FC236}">
                <a16:creationId xmlns:a16="http://schemas.microsoft.com/office/drawing/2014/main" id="{86D455AE-1FB7-319D-76E7-0FE79A7020B9}"/>
              </a:ext>
            </a:extLst>
          </p:cNvPr>
          <p:cNvSpPr txBox="1"/>
          <p:nvPr/>
        </p:nvSpPr>
        <p:spPr bwMode="gray">
          <a:xfrm>
            <a:off x="8389401" y="4875654"/>
            <a:ext cx="194503" cy="13342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de-DE" sz="800" dirty="0">
                <a:solidFill>
                  <a:schemeClr val="tx2">
                    <a:lumMod val="75000"/>
                  </a:schemeClr>
                </a:solidFill>
              </a:rPr>
              <a:t>User</a:t>
            </a:r>
          </a:p>
        </p:txBody>
      </p:sp>
      <p:pic>
        <p:nvPicPr>
          <p:cNvPr id="51" name="Grafik 50">
            <a:extLst>
              <a:ext uri="{FF2B5EF4-FFF2-40B4-BE49-F238E27FC236}">
                <a16:creationId xmlns:a16="http://schemas.microsoft.com/office/drawing/2014/main" id="{1B812F1F-EB81-BEBB-A4AE-817F92FC02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5516" y="5531108"/>
            <a:ext cx="973596" cy="190301"/>
          </a:xfrm>
          <a:prstGeom prst="rect">
            <a:avLst/>
          </a:prstGeom>
        </p:spPr>
      </p:pic>
      <p:sp>
        <p:nvSpPr>
          <p:cNvPr id="53" name="Textfeld 52">
            <a:extLst>
              <a:ext uri="{FF2B5EF4-FFF2-40B4-BE49-F238E27FC236}">
                <a16:creationId xmlns:a16="http://schemas.microsoft.com/office/drawing/2014/main" id="{F7BFBC66-027C-12D5-94D7-DE421B0C27AF}"/>
              </a:ext>
            </a:extLst>
          </p:cNvPr>
          <p:cNvSpPr txBox="1"/>
          <p:nvPr/>
        </p:nvSpPr>
        <p:spPr bwMode="gray">
          <a:xfrm>
            <a:off x="8389394" y="5559549"/>
            <a:ext cx="194503" cy="13342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de-DE" sz="800" dirty="0">
                <a:solidFill>
                  <a:schemeClr val="tx2">
                    <a:lumMod val="75000"/>
                  </a:schemeClr>
                </a:solidFill>
              </a:rPr>
              <a:t>User</a:t>
            </a:r>
          </a:p>
        </p:txBody>
      </p:sp>
      <p:pic>
        <p:nvPicPr>
          <p:cNvPr id="55" name="Grafik 54">
            <a:extLst>
              <a:ext uri="{FF2B5EF4-FFF2-40B4-BE49-F238E27FC236}">
                <a16:creationId xmlns:a16="http://schemas.microsoft.com/office/drawing/2014/main" id="{2B9C16D6-3B68-F155-8FDB-42AC661AD4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5516" y="6092823"/>
            <a:ext cx="973596" cy="190301"/>
          </a:xfrm>
          <a:prstGeom prst="rect">
            <a:avLst/>
          </a:prstGeom>
        </p:spPr>
      </p:pic>
      <p:sp>
        <p:nvSpPr>
          <p:cNvPr id="57" name="Textfeld 56">
            <a:extLst>
              <a:ext uri="{FF2B5EF4-FFF2-40B4-BE49-F238E27FC236}">
                <a16:creationId xmlns:a16="http://schemas.microsoft.com/office/drawing/2014/main" id="{0C487A61-ED90-E124-B2EC-D154159F87BE}"/>
              </a:ext>
            </a:extLst>
          </p:cNvPr>
          <p:cNvSpPr txBox="1"/>
          <p:nvPr/>
        </p:nvSpPr>
        <p:spPr bwMode="gray">
          <a:xfrm>
            <a:off x="8389394" y="6121264"/>
            <a:ext cx="194503" cy="13342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de-DE" sz="800" dirty="0">
                <a:solidFill>
                  <a:schemeClr val="tx2">
                    <a:lumMod val="75000"/>
                  </a:schemeClr>
                </a:solidFill>
              </a:rPr>
              <a:t>User</a:t>
            </a:r>
          </a:p>
        </p:txBody>
      </p:sp>
      <p:pic>
        <p:nvPicPr>
          <p:cNvPr id="66" name="Grafik 65">
            <a:extLst>
              <a:ext uri="{FF2B5EF4-FFF2-40B4-BE49-F238E27FC236}">
                <a16:creationId xmlns:a16="http://schemas.microsoft.com/office/drawing/2014/main" id="{40603696-D599-8159-E5C6-5C7774244E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0820" y="2096865"/>
            <a:ext cx="814747" cy="190301"/>
          </a:xfrm>
          <a:prstGeom prst="rect">
            <a:avLst/>
          </a:prstGeom>
        </p:spPr>
      </p:pic>
      <p:sp>
        <p:nvSpPr>
          <p:cNvPr id="68" name="Textfeld 67">
            <a:extLst>
              <a:ext uri="{FF2B5EF4-FFF2-40B4-BE49-F238E27FC236}">
                <a16:creationId xmlns:a16="http://schemas.microsoft.com/office/drawing/2014/main" id="{CC51AD0A-867B-EA92-788D-F4EB6671190A}"/>
              </a:ext>
            </a:extLst>
          </p:cNvPr>
          <p:cNvSpPr txBox="1"/>
          <p:nvPr/>
        </p:nvSpPr>
        <p:spPr bwMode="gray">
          <a:xfrm>
            <a:off x="8388321" y="2128715"/>
            <a:ext cx="266214" cy="11683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de-DE" sz="800" dirty="0">
                <a:solidFill>
                  <a:schemeClr val="tx2">
                    <a:lumMod val="75000"/>
                  </a:schemeClr>
                </a:solidFill>
              </a:rPr>
              <a:t>User</a:t>
            </a:r>
          </a:p>
        </p:txBody>
      </p:sp>
      <p:pic>
        <p:nvPicPr>
          <p:cNvPr id="70" name="Grafik 69">
            <a:extLst>
              <a:ext uri="{FF2B5EF4-FFF2-40B4-BE49-F238E27FC236}">
                <a16:creationId xmlns:a16="http://schemas.microsoft.com/office/drawing/2014/main" id="{070424D1-A11D-9A9E-4684-74E5E06D2F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0820" y="2706935"/>
            <a:ext cx="814747" cy="190301"/>
          </a:xfrm>
          <a:prstGeom prst="rect">
            <a:avLst/>
          </a:prstGeom>
        </p:spPr>
      </p:pic>
      <p:sp>
        <p:nvSpPr>
          <p:cNvPr id="72" name="Textfeld 71">
            <a:extLst>
              <a:ext uri="{FF2B5EF4-FFF2-40B4-BE49-F238E27FC236}">
                <a16:creationId xmlns:a16="http://schemas.microsoft.com/office/drawing/2014/main" id="{B6EAE194-C2CF-F560-0968-1D453A7B9AEC}"/>
              </a:ext>
            </a:extLst>
          </p:cNvPr>
          <p:cNvSpPr txBox="1"/>
          <p:nvPr/>
        </p:nvSpPr>
        <p:spPr bwMode="gray">
          <a:xfrm>
            <a:off x="8385061" y="2743372"/>
            <a:ext cx="266214" cy="11683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de-DE" sz="800" dirty="0">
                <a:solidFill>
                  <a:schemeClr val="tx2">
                    <a:lumMod val="75000"/>
                  </a:schemeClr>
                </a:solidFill>
              </a:rPr>
              <a:t>User</a:t>
            </a:r>
          </a:p>
        </p:txBody>
      </p:sp>
      <p:pic>
        <p:nvPicPr>
          <p:cNvPr id="74" name="Grafik 73">
            <a:extLst>
              <a:ext uri="{FF2B5EF4-FFF2-40B4-BE49-F238E27FC236}">
                <a16:creationId xmlns:a16="http://schemas.microsoft.com/office/drawing/2014/main" id="{36B91C65-A1EF-037C-387A-1654EE9D1D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0820" y="3449796"/>
            <a:ext cx="814747" cy="190301"/>
          </a:xfrm>
          <a:prstGeom prst="rect">
            <a:avLst/>
          </a:prstGeom>
        </p:spPr>
      </p:pic>
      <p:sp>
        <p:nvSpPr>
          <p:cNvPr id="76" name="Textfeld 75">
            <a:extLst>
              <a:ext uri="{FF2B5EF4-FFF2-40B4-BE49-F238E27FC236}">
                <a16:creationId xmlns:a16="http://schemas.microsoft.com/office/drawing/2014/main" id="{33EB60B3-AF28-EB00-DD36-C6713911799D}"/>
              </a:ext>
            </a:extLst>
          </p:cNvPr>
          <p:cNvSpPr txBox="1"/>
          <p:nvPr/>
        </p:nvSpPr>
        <p:spPr bwMode="gray">
          <a:xfrm>
            <a:off x="8376945" y="3483429"/>
            <a:ext cx="266214" cy="11683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de-DE" sz="800" dirty="0">
                <a:solidFill>
                  <a:schemeClr val="tx2">
                    <a:lumMod val="75000"/>
                  </a:schemeClr>
                </a:solidFill>
              </a:rPr>
              <a:t>User</a:t>
            </a:r>
          </a:p>
        </p:txBody>
      </p:sp>
      <p:pic>
        <p:nvPicPr>
          <p:cNvPr id="78" name="Grafik 77">
            <a:extLst>
              <a:ext uri="{FF2B5EF4-FFF2-40B4-BE49-F238E27FC236}">
                <a16:creationId xmlns:a16="http://schemas.microsoft.com/office/drawing/2014/main" id="{068157EA-F911-CB91-D88A-20716C43D6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4940" y="3993441"/>
            <a:ext cx="814747" cy="226413"/>
          </a:xfrm>
          <a:prstGeom prst="rect">
            <a:avLst/>
          </a:prstGeom>
        </p:spPr>
      </p:pic>
      <p:sp>
        <p:nvSpPr>
          <p:cNvPr id="80" name="Textfeld 79">
            <a:extLst>
              <a:ext uri="{FF2B5EF4-FFF2-40B4-BE49-F238E27FC236}">
                <a16:creationId xmlns:a16="http://schemas.microsoft.com/office/drawing/2014/main" id="{BB70F046-8F5C-90D5-027A-297EA09171B7}"/>
              </a:ext>
            </a:extLst>
          </p:cNvPr>
          <p:cNvSpPr txBox="1"/>
          <p:nvPr/>
        </p:nvSpPr>
        <p:spPr bwMode="gray">
          <a:xfrm>
            <a:off x="8369794" y="4045554"/>
            <a:ext cx="266214" cy="11683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de-DE" sz="800" dirty="0">
                <a:solidFill>
                  <a:schemeClr val="tx2">
                    <a:lumMod val="75000"/>
                  </a:schemeClr>
                </a:solidFill>
              </a:rPr>
              <a:t>User</a:t>
            </a:r>
          </a:p>
        </p:txBody>
      </p:sp>
      <p:pic>
        <p:nvPicPr>
          <p:cNvPr id="82" name="Grafik 81">
            <a:extLst>
              <a:ext uri="{FF2B5EF4-FFF2-40B4-BE49-F238E27FC236}">
                <a16:creationId xmlns:a16="http://schemas.microsoft.com/office/drawing/2014/main" id="{E4CB2D4D-0B6C-3D32-E594-233122CD9D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0820" y="4545931"/>
            <a:ext cx="814747" cy="190301"/>
          </a:xfrm>
          <a:prstGeom prst="rect">
            <a:avLst/>
          </a:prstGeom>
        </p:spPr>
      </p:pic>
      <p:sp>
        <p:nvSpPr>
          <p:cNvPr id="84" name="Textfeld 83">
            <a:extLst>
              <a:ext uri="{FF2B5EF4-FFF2-40B4-BE49-F238E27FC236}">
                <a16:creationId xmlns:a16="http://schemas.microsoft.com/office/drawing/2014/main" id="{EB2716D1-197E-07E0-E7BE-B6F186C75F8F}"/>
              </a:ext>
            </a:extLst>
          </p:cNvPr>
          <p:cNvSpPr txBox="1"/>
          <p:nvPr/>
        </p:nvSpPr>
        <p:spPr bwMode="gray">
          <a:xfrm>
            <a:off x="8375086" y="4609741"/>
            <a:ext cx="266214" cy="11683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de-DE" sz="800" dirty="0">
                <a:solidFill>
                  <a:schemeClr val="tx2">
                    <a:lumMod val="75000"/>
                  </a:schemeClr>
                </a:solidFill>
              </a:rPr>
              <a:t>User</a:t>
            </a:r>
          </a:p>
        </p:txBody>
      </p:sp>
      <p:pic>
        <p:nvPicPr>
          <p:cNvPr id="86" name="Grafik 85">
            <a:extLst>
              <a:ext uri="{FF2B5EF4-FFF2-40B4-BE49-F238E27FC236}">
                <a16:creationId xmlns:a16="http://schemas.microsoft.com/office/drawing/2014/main" id="{130A444B-83A8-8989-FC0C-3B68C1E2B9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0820" y="5170266"/>
            <a:ext cx="814747" cy="190301"/>
          </a:xfrm>
          <a:prstGeom prst="rect">
            <a:avLst/>
          </a:prstGeom>
        </p:spPr>
      </p:pic>
      <p:sp>
        <p:nvSpPr>
          <p:cNvPr id="88" name="Textfeld 87">
            <a:extLst>
              <a:ext uri="{FF2B5EF4-FFF2-40B4-BE49-F238E27FC236}">
                <a16:creationId xmlns:a16="http://schemas.microsoft.com/office/drawing/2014/main" id="{29ACAD5B-215B-7198-B4F6-8504E777B078}"/>
              </a:ext>
            </a:extLst>
          </p:cNvPr>
          <p:cNvSpPr txBox="1"/>
          <p:nvPr/>
        </p:nvSpPr>
        <p:spPr bwMode="gray">
          <a:xfrm>
            <a:off x="8389394" y="5204990"/>
            <a:ext cx="266214" cy="11683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de-DE" sz="800" dirty="0">
                <a:solidFill>
                  <a:schemeClr val="tx2">
                    <a:lumMod val="75000"/>
                  </a:schemeClr>
                </a:solidFill>
              </a:rPr>
              <a:t>User</a:t>
            </a:r>
          </a:p>
        </p:txBody>
      </p:sp>
      <p:pic>
        <p:nvPicPr>
          <p:cNvPr id="90" name="Grafik 89">
            <a:extLst>
              <a:ext uri="{FF2B5EF4-FFF2-40B4-BE49-F238E27FC236}">
                <a16:creationId xmlns:a16="http://schemas.microsoft.com/office/drawing/2014/main" id="{3B687DEE-9828-4782-28D5-975ED36DC8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0820" y="5818943"/>
            <a:ext cx="814747" cy="190301"/>
          </a:xfrm>
          <a:prstGeom prst="rect">
            <a:avLst/>
          </a:prstGeom>
        </p:spPr>
      </p:pic>
      <p:sp>
        <p:nvSpPr>
          <p:cNvPr id="92" name="Textfeld 91">
            <a:extLst>
              <a:ext uri="{FF2B5EF4-FFF2-40B4-BE49-F238E27FC236}">
                <a16:creationId xmlns:a16="http://schemas.microsoft.com/office/drawing/2014/main" id="{3A4533D0-377E-57DA-D057-928E5AF3DCAC}"/>
              </a:ext>
            </a:extLst>
          </p:cNvPr>
          <p:cNvSpPr txBox="1"/>
          <p:nvPr/>
        </p:nvSpPr>
        <p:spPr bwMode="gray">
          <a:xfrm>
            <a:off x="8389394" y="5853667"/>
            <a:ext cx="266214" cy="11683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de-DE" sz="800" dirty="0">
                <a:solidFill>
                  <a:schemeClr val="tx2">
                    <a:lumMod val="75000"/>
                  </a:schemeClr>
                </a:solidFill>
              </a:rPr>
              <a:t>User</a:t>
            </a:r>
          </a:p>
        </p:txBody>
      </p:sp>
      <p:pic>
        <p:nvPicPr>
          <p:cNvPr id="157" name="Grafik 156">
            <a:extLst>
              <a:ext uri="{FF2B5EF4-FFF2-40B4-BE49-F238E27FC236}">
                <a16:creationId xmlns:a16="http://schemas.microsoft.com/office/drawing/2014/main" id="{FCC195EE-E1EE-3082-4042-F83B752A7C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3035" y="1819493"/>
            <a:ext cx="973596" cy="190301"/>
          </a:xfrm>
          <a:prstGeom prst="rect">
            <a:avLst/>
          </a:prstGeom>
        </p:spPr>
      </p:pic>
      <p:sp>
        <p:nvSpPr>
          <p:cNvPr id="159" name="Textfeld 158">
            <a:extLst>
              <a:ext uri="{FF2B5EF4-FFF2-40B4-BE49-F238E27FC236}">
                <a16:creationId xmlns:a16="http://schemas.microsoft.com/office/drawing/2014/main" id="{32AAE273-7B82-1926-1BFA-2A7A4EFBC41F}"/>
              </a:ext>
            </a:extLst>
          </p:cNvPr>
          <p:cNvSpPr txBox="1"/>
          <p:nvPr/>
        </p:nvSpPr>
        <p:spPr bwMode="gray">
          <a:xfrm>
            <a:off x="9096913" y="1847934"/>
            <a:ext cx="194503" cy="13342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de-DE" sz="800" dirty="0">
                <a:solidFill>
                  <a:schemeClr val="tx2">
                    <a:lumMod val="75000"/>
                  </a:schemeClr>
                </a:solidFill>
              </a:rPr>
              <a:t>User</a:t>
            </a:r>
          </a:p>
        </p:txBody>
      </p:sp>
      <p:pic>
        <p:nvPicPr>
          <p:cNvPr id="161" name="Grafik 160">
            <a:extLst>
              <a:ext uri="{FF2B5EF4-FFF2-40B4-BE49-F238E27FC236}">
                <a16:creationId xmlns:a16="http://schemas.microsoft.com/office/drawing/2014/main" id="{07FFFD36-02D0-723D-0D89-3DC45EB619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3035" y="2378752"/>
            <a:ext cx="973596" cy="190301"/>
          </a:xfrm>
          <a:prstGeom prst="rect">
            <a:avLst/>
          </a:prstGeom>
        </p:spPr>
      </p:pic>
      <p:sp>
        <p:nvSpPr>
          <p:cNvPr id="163" name="Textfeld 162">
            <a:extLst>
              <a:ext uri="{FF2B5EF4-FFF2-40B4-BE49-F238E27FC236}">
                <a16:creationId xmlns:a16="http://schemas.microsoft.com/office/drawing/2014/main" id="{A4FC4B0E-7918-2C5C-F991-761447D109C9}"/>
              </a:ext>
            </a:extLst>
          </p:cNvPr>
          <p:cNvSpPr txBox="1"/>
          <p:nvPr/>
        </p:nvSpPr>
        <p:spPr bwMode="gray">
          <a:xfrm>
            <a:off x="9096913" y="2407193"/>
            <a:ext cx="194503" cy="13342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de-DE" sz="800" dirty="0">
                <a:solidFill>
                  <a:schemeClr val="tx2">
                    <a:lumMod val="75000"/>
                  </a:schemeClr>
                </a:solidFill>
              </a:rPr>
              <a:t>User</a:t>
            </a:r>
          </a:p>
        </p:txBody>
      </p:sp>
      <p:pic>
        <p:nvPicPr>
          <p:cNvPr id="165" name="Grafik 164">
            <a:extLst>
              <a:ext uri="{FF2B5EF4-FFF2-40B4-BE49-F238E27FC236}">
                <a16:creationId xmlns:a16="http://schemas.microsoft.com/office/drawing/2014/main" id="{02B86DF6-8659-3749-E411-95C8068E56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3035" y="3064110"/>
            <a:ext cx="973596" cy="276315"/>
          </a:xfrm>
          <a:prstGeom prst="rect">
            <a:avLst/>
          </a:prstGeom>
        </p:spPr>
      </p:pic>
      <p:sp>
        <p:nvSpPr>
          <p:cNvPr id="167" name="Textfeld 166">
            <a:extLst>
              <a:ext uri="{FF2B5EF4-FFF2-40B4-BE49-F238E27FC236}">
                <a16:creationId xmlns:a16="http://schemas.microsoft.com/office/drawing/2014/main" id="{DEE4124C-B1D2-9E14-C9A6-49D24B7696BD}"/>
              </a:ext>
            </a:extLst>
          </p:cNvPr>
          <p:cNvSpPr txBox="1"/>
          <p:nvPr/>
        </p:nvSpPr>
        <p:spPr bwMode="gray">
          <a:xfrm>
            <a:off x="9096913" y="3092551"/>
            <a:ext cx="194503" cy="13342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de-DE" sz="800" dirty="0">
                <a:solidFill>
                  <a:schemeClr val="tx2">
                    <a:lumMod val="75000"/>
                  </a:schemeClr>
                </a:solidFill>
              </a:rPr>
              <a:t>User</a:t>
            </a:r>
          </a:p>
        </p:txBody>
      </p:sp>
      <p:pic>
        <p:nvPicPr>
          <p:cNvPr id="169" name="Grafik 168">
            <a:extLst>
              <a:ext uri="{FF2B5EF4-FFF2-40B4-BE49-F238E27FC236}">
                <a16:creationId xmlns:a16="http://schemas.microsoft.com/office/drawing/2014/main" id="{C3D1F669-FF30-3A12-25FC-83D5F4A55E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3035" y="3749468"/>
            <a:ext cx="973596" cy="190301"/>
          </a:xfrm>
          <a:prstGeom prst="rect">
            <a:avLst/>
          </a:prstGeom>
        </p:spPr>
      </p:pic>
      <p:sp>
        <p:nvSpPr>
          <p:cNvPr id="171" name="Textfeld 170">
            <a:extLst>
              <a:ext uri="{FF2B5EF4-FFF2-40B4-BE49-F238E27FC236}">
                <a16:creationId xmlns:a16="http://schemas.microsoft.com/office/drawing/2014/main" id="{A10D54B1-B3CA-327E-7DB8-C6B7710E2D09}"/>
              </a:ext>
            </a:extLst>
          </p:cNvPr>
          <p:cNvSpPr txBox="1"/>
          <p:nvPr/>
        </p:nvSpPr>
        <p:spPr bwMode="gray">
          <a:xfrm>
            <a:off x="9096913" y="3777909"/>
            <a:ext cx="194503" cy="13342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de-DE" sz="800" dirty="0">
                <a:solidFill>
                  <a:schemeClr val="tx2">
                    <a:lumMod val="75000"/>
                  </a:schemeClr>
                </a:solidFill>
              </a:rPr>
              <a:t>User</a:t>
            </a:r>
          </a:p>
        </p:txBody>
      </p:sp>
      <p:pic>
        <p:nvPicPr>
          <p:cNvPr id="173" name="Grafik 172">
            <a:extLst>
              <a:ext uri="{FF2B5EF4-FFF2-40B4-BE49-F238E27FC236}">
                <a16:creationId xmlns:a16="http://schemas.microsoft.com/office/drawing/2014/main" id="{EFB55F86-7D9C-8911-54BB-DF3174F7A1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3035" y="4288948"/>
            <a:ext cx="973596" cy="190301"/>
          </a:xfrm>
          <a:prstGeom prst="rect">
            <a:avLst/>
          </a:prstGeom>
        </p:spPr>
      </p:pic>
      <p:sp>
        <p:nvSpPr>
          <p:cNvPr id="175" name="Textfeld 174">
            <a:extLst>
              <a:ext uri="{FF2B5EF4-FFF2-40B4-BE49-F238E27FC236}">
                <a16:creationId xmlns:a16="http://schemas.microsoft.com/office/drawing/2014/main" id="{AB998E58-E591-2771-61B6-6B52A918168E}"/>
              </a:ext>
            </a:extLst>
          </p:cNvPr>
          <p:cNvSpPr txBox="1"/>
          <p:nvPr/>
        </p:nvSpPr>
        <p:spPr bwMode="gray">
          <a:xfrm>
            <a:off x="9096913" y="4317389"/>
            <a:ext cx="194503" cy="13342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de-DE" sz="800" dirty="0">
                <a:solidFill>
                  <a:schemeClr val="tx2">
                    <a:lumMod val="75000"/>
                  </a:schemeClr>
                </a:solidFill>
              </a:rPr>
              <a:t>User</a:t>
            </a:r>
          </a:p>
        </p:txBody>
      </p:sp>
      <p:pic>
        <p:nvPicPr>
          <p:cNvPr id="177" name="Grafik 176">
            <a:extLst>
              <a:ext uri="{FF2B5EF4-FFF2-40B4-BE49-F238E27FC236}">
                <a16:creationId xmlns:a16="http://schemas.microsoft.com/office/drawing/2014/main" id="{33935DEF-38B1-44DA-3FD5-F6552CCAFC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3035" y="4843693"/>
            <a:ext cx="973596" cy="190301"/>
          </a:xfrm>
          <a:prstGeom prst="rect">
            <a:avLst/>
          </a:prstGeom>
        </p:spPr>
      </p:pic>
      <p:sp>
        <p:nvSpPr>
          <p:cNvPr id="179" name="Textfeld 178">
            <a:extLst>
              <a:ext uri="{FF2B5EF4-FFF2-40B4-BE49-F238E27FC236}">
                <a16:creationId xmlns:a16="http://schemas.microsoft.com/office/drawing/2014/main" id="{B1267208-F177-09F4-BBCA-224CF7B3306C}"/>
              </a:ext>
            </a:extLst>
          </p:cNvPr>
          <p:cNvSpPr txBox="1"/>
          <p:nvPr/>
        </p:nvSpPr>
        <p:spPr bwMode="gray">
          <a:xfrm>
            <a:off x="9096913" y="4872134"/>
            <a:ext cx="194503" cy="13342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de-DE" sz="800" dirty="0">
                <a:solidFill>
                  <a:schemeClr val="tx2">
                    <a:lumMod val="75000"/>
                  </a:schemeClr>
                </a:solidFill>
              </a:rPr>
              <a:t>User</a:t>
            </a:r>
          </a:p>
        </p:txBody>
      </p:sp>
      <p:pic>
        <p:nvPicPr>
          <p:cNvPr id="181" name="Grafik 180">
            <a:extLst>
              <a:ext uri="{FF2B5EF4-FFF2-40B4-BE49-F238E27FC236}">
                <a16:creationId xmlns:a16="http://schemas.microsoft.com/office/drawing/2014/main" id="{5A9BF245-CC26-D509-52CB-32E884277F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3035" y="5531108"/>
            <a:ext cx="973596" cy="190301"/>
          </a:xfrm>
          <a:prstGeom prst="rect">
            <a:avLst/>
          </a:prstGeom>
        </p:spPr>
      </p:pic>
      <p:sp>
        <p:nvSpPr>
          <p:cNvPr id="183" name="Textfeld 182">
            <a:extLst>
              <a:ext uri="{FF2B5EF4-FFF2-40B4-BE49-F238E27FC236}">
                <a16:creationId xmlns:a16="http://schemas.microsoft.com/office/drawing/2014/main" id="{88BDCF8B-19B1-CEE9-513A-2BA9081CB18A}"/>
              </a:ext>
            </a:extLst>
          </p:cNvPr>
          <p:cNvSpPr txBox="1"/>
          <p:nvPr/>
        </p:nvSpPr>
        <p:spPr bwMode="gray">
          <a:xfrm>
            <a:off x="9096913" y="5559549"/>
            <a:ext cx="194503" cy="13342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de-DE" sz="800" dirty="0">
                <a:solidFill>
                  <a:schemeClr val="tx2">
                    <a:lumMod val="75000"/>
                  </a:schemeClr>
                </a:solidFill>
              </a:rPr>
              <a:t>User</a:t>
            </a:r>
          </a:p>
        </p:txBody>
      </p:sp>
      <p:pic>
        <p:nvPicPr>
          <p:cNvPr id="185" name="Grafik 184">
            <a:extLst>
              <a:ext uri="{FF2B5EF4-FFF2-40B4-BE49-F238E27FC236}">
                <a16:creationId xmlns:a16="http://schemas.microsoft.com/office/drawing/2014/main" id="{93D612CA-8A79-94F8-F5EF-47D7F489FD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3035" y="6092823"/>
            <a:ext cx="973596" cy="190301"/>
          </a:xfrm>
          <a:prstGeom prst="rect">
            <a:avLst/>
          </a:prstGeom>
        </p:spPr>
      </p:pic>
      <p:sp>
        <p:nvSpPr>
          <p:cNvPr id="187" name="Textfeld 186">
            <a:extLst>
              <a:ext uri="{FF2B5EF4-FFF2-40B4-BE49-F238E27FC236}">
                <a16:creationId xmlns:a16="http://schemas.microsoft.com/office/drawing/2014/main" id="{5A1C754F-5CAD-847C-F47C-7B2296BB8B57}"/>
              </a:ext>
            </a:extLst>
          </p:cNvPr>
          <p:cNvSpPr txBox="1"/>
          <p:nvPr/>
        </p:nvSpPr>
        <p:spPr bwMode="gray">
          <a:xfrm>
            <a:off x="9096913" y="6121264"/>
            <a:ext cx="194503" cy="13342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de-DE" sz="800" dirty="0">
                <a:solidFill>
                  <a:schemeClr val="tx2">
                    <a:lumMod val="75000"/>
                  </a:schemeClr>
                </a:solidFill>
              </a:rPr>
              <a:t>User</a:t>
            </a:r>
          </a:p>
        </p:txBody>
      </p:sp>
      <p:pic>
        <p:nvPicPr>
          <p:cNvPr id="189" name="Grafik 188">
            <a:extLst>
              <a:ext uri="{FF2B5EF4-FFF2-40B4-BE49-F238E27FC236}">
                <a16:creationId xmlns:a16="http://schemas.microsoft.com/office/drawing/2014/main" id="{2498D38F-A627-5075-DB41-3A6757B47C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8339" y="2096865"/>
            <a:ext cx="814747" cy="190301"/>
          </a:xfrm>
          <a:prstGeom prst="rect">
            <a:avLst/>
          </a:prstGeom>
        </p:spPr>
      </p:pic>
      <p:sp>
        <p:nvSpPr>
          <p:cNvPr id="191" name="Textfeld 190">
            <a:extLst>
              <a:ext uri="{FF2B5EF4-FFF2-40B4-BE49-F238E27FC236}">
                <a16:creationId xmlns:a16="http://schemas.microsoft.com/office/drawing/2014/main" id="{6D1B4229-EF9B-E392-70EC-658FD9C3CB20}"/>
              </a:ext>
            </a:extLst>
          </p:cNvPr>
          <p:cNvSpPr txBox="1"/>
          <p:nvPr/>
        </p:nvSpPr>
        <p:spPr bwMode="gray">
          <a:xfrm>
            <a:off x="9082605" y="2131589"/>
            <a:ext cx="266214" cy="11683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de-DE" sz="800" dirty="0">
                <a:solidFill>
                  <a:schemeClr val="tx2">
                    <a:lumMod val="75000"/>
                  </a:schemeClr>
                </a:solidFill>
              </a:rPr>
              <a:t>User</a:t>
            </a:r>
          </a:p>
        </p:txBody>
      </p:sp>
      <p:pic>
        <p:nvPicPr>
          <p:cNvPr id="193" name="Grafik 192">
            <a:extLst>
              <a:ext uri="{FF2B5EF4-FFF2-40B4-BE49-F238E27FC236}">
                <a16:creationId xmlns:a16="http://schemas.microsoft.com/office/drawing/2014/main" id="{9CC8A095-9CA3-8E7E-D662-3CDE70B837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8339" y="2706935"/>
            <a:ext cx="814747" cy="190301"/>
          </a:xfrm>
          <a:prstGeom prst="rect">
            <a:avLst/>
          </a:prstGeom>
        </p:spPr>
      </p:pic>
      <p:sp>
        <p:nvSpPr>
          <p:cNvPr id="195" name="Textfeld 194">
            <a:extLst>
              <a:ext uri="{FF2B5EF4-FFF2-40B4-BE49-F238E27FC236}">
                <a16:creationId xmlns:a16="http://schemas.microsoft.com/office/drawing/2014/main" id="{8A95C3D9-3C83-8292-EE5C-87CC3193B40D}"/>
              </a:ext>
            </a:extLst>
          </p:cNvPr>
          <p:cNvSpPr txBox="1"/>
          <p:nvPr/>
        </p:nvSpPr>
        <p:spPr bwMode="gray">
          <a:xfrm>
            <a:off x="9082605" y="2741659"/>
            <a:ext cx="266214" cy="11683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de-DE" sz="800" dirty="0">
                <a:solidFill>
                  <a:schemeClr val="tx2">
                    <a:lumMod val="75000"/>
                  </a:schemeClr>
                </a:solidFill>
              </a:rPr>
              <a:t>User</a:t>
            </a:r>
          </a:p>
        </p:txBody>
      </p:sp>
      <p:pic>
        <p:nvPicPr>
          <p:cNvPr id="197" name="Grafik 196">
            <a:extLst>
              <a:ext uri="{FF2B5EF4-FFF2-40B4-BE49-F238E27FC236}">
                <a16:creationId xmlns:a16="http://schemas.microsoft.com/office/drawing/2014/main" id="{FF6BC8B1-95B8-A8E2-6E6B-CE2E428E5B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8339" y="3449796"/>
            <a:ext cx="814747" cy="190301"/>
          </a:xfrm>
          <a:prstGeom prst="rect">
            <a:avLst/>
          </a:prstGeom>
        </p:spPr>
      </p:pic>
      <p:sp>
        <p:nvSpPr>
          <p:cNvPr id="199" name="Textfeld 198">
            <a:extLst>
              <a:ext uri="{FF2B5EF4-FFF2-40B4-BE49-F238E27FC236}">
                <a16:creationId xmlns:a16="http://schemas.microsoft.com/office/drawing/2014/main" id="{DD145085-8443-0AF1-116D-F50F94A38724}"/>
              </a:ext>
            </a:extLst>
          </p:cNvPr>
          <p:cNvSpPr txBox="1"/>
          <p:nvPr/>
        </p:nvSpPr>
        <p:spPr bwMode="gray">
          <a:xfrm>
            <a:off x="9082605" y="3484520"/>
            <a:ext cx="266214" cy="11683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de-DE" sz="800" dirty="0">
                <a:solidFill>
                  <a:schemeClr val="tx2">
                    <a:lumMod val="75000"/>
                  </a:schemeClr>
                </a:solidFill>
              </a:rPr>
              <a:t>User</a:t>
            </a:r>
          </a:p>
        </p:txBody>
      </p:sp>
      <p:pic>
        <p:nvPicPr>
          <p:cNvPr id="201" name="Grafik 200">
            <a:extLst>
              <a:ext uri="{FF2B5EF4-FFF2-40B4-BE49-F238E27FC236}">
                <a16:creationId xmlns:a16="http://schemas.microsoft.com/office/drawing/2014/main" id="{EB9EE513-B1A6-4B88-3A10-DCA171FB4F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8339" y="4003322"/>
            <a:ext cx="814747" cy="202047"/>
          </a:xfrm>
          <a:prstGeom prst="rect">
            <a:avLst/>
          </a:prstGeom>
        </p:spPr>
      </p:pic>
      <p:sp>
        <p:nvSpPr>
          <p:cNvPr id="203" name="Textfeld 202">
            <a:extLst>
              <a:ext uri="{FF2B5EF4-FFF2-40B4-BE49-F238E27FC236}">
                <a16:creationId xmlns:a16="http://schemas.microsoft.com/office/drawing/2014/main" id="{089851D4-390B-9146-7F8D-B41D3AFC74F2}"/>
              </a:ext>
            </a:extLst>
          </p:cNvPr>
          <p:cNvSpPr txBox="1"/>
          <p:nvPr/>
        </p:nvSpPr>
        <p:spPr bwMode="gray">
          <a:xfrm>
            <a:off x="9082605" y="4038046"/>
            <a:ext cx="266214" cy="11683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de-DE" sz="800" dirty="0">
                <a:solidFill>
                  <a:schemeClr val="tx2">
                    <a:lumMod val="75000"/>
                  </a:schemeClr>
                </a:solidFill>
              </a:rPr>
              <a:t>User</a:t>
            </a:r>
          </a:p>
        </p:txBody>
      </p:sp>
      <p:pic>
        <p:nvPicPr>
          <p:cNvPr id="205" name="Grafik 204">
            <a:extLst>
              <a:ext uri="{FF2B5EF4-FFF2-40B4-BE49-F238E27FC236}">
                <a16:creationId xmlns:a16="http://schemas.microsoft.com/office/drawing/2014/main" id="{563E4949-1ED4-3B41-B63E-EF3444259F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8339" y="4545931"/>
            <a:ext cx="814747" cy="190301"/>
          </a:xfrm>
          <a:prstGeom prst="rect">
            <a:avLst/>
          </a:prstGeom>
        </p:spPr>
      </p:pic>
      <p:sp>
        <p:nvSpPr>
          <p:cNvPr id="207" name="Textfeld 206">
            <a:extLst>
              <a:ext uri="{FF2B5EF4-FFF2-40B4-BE49-F238E27FC236}">
                <a16:creationId xmlns:a16="http://schemas.microsoft.com/office/drawing/2014/main" id="{57AB64D3-F308-24EA-BDDC-2A2629A7670F}"/>
              </a:ext>
            </a:extLst>
          </p:cNvPr>
          <p:cNvSpPr txBox="1"/>
          <p:nvPr/>
        </p:nvSpPr>
        <p:spPr bwMode="gray">
          <a:xfrm>
            <a:off x="9082605" y="4580655"/>
            <a:ext cx="266214" cy="11683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de-DE" sz="800" dirty="0">
                <a:solidFill>
                  <a:schemeClr val="tx2">
                    <a:lumMod val="75000"/>
                  </a:schemeClr>
                </a:solidFill>
              </a:rPr>
              <a:t>User</a:t>
            </a:r>
          </a:p>
        </p:txBody>
      </p:sp>
      <p:pic>
        <p:nvPicPr>
          <p:cNvPr id="209" name="Grafik 208">
            <a:extLst>
              <a:ext uri="{FF2B5EF4-FFF2-40B4-BE49-F238E27FC236}">
                <a16:creationId xmlns:a16="http://schemas.microsoft.com/office/drawing/2014/main" id="{0265CF6A-99D3-EF9A-0EE2-883058C6C6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8339" y="5170266"/>
            <a:ext cx="814747" cy="190301"/>
          </a:xfrm>
          <a:prstGeom prst="rect">
            <a:avLst/>
          </a:prstGeom>
        </p:spPr>
      </p:pic>
      <p:sp>
        <p:nvSpPr>
          <p:cNvPr id="211" name="Textfeld 210">
            <a:extLst>
              <a:ext uri="{FF2B5EF4-FFF2-40B4-BE49-F238E27FC236}">
                <a16:creationId xmlns:a16="http://schemas.microsoft.com/office/drawing/2014/main" id="{99F0FF95-1B88-C281-5181-37F872B177B0}"/>
              </a:ext>
            </a:extLst>
          </p:cNvPr>
          <p:cNvSpPr txBox="1"/>
          <p:nvPr/>
        </p:nvSpPr>
        <p:spPr bwMode="gray">
          <a:xfrm>
            <a:off x="9082605" y="5204990"/>
            <a:ext cx="266214" cy="11683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de-DE" sz="800" dirty="0">
                <a:solidFill>
                  <a:schemeClr val="tx2">
                    <a:lumMod val="75000"/>
                  </a:schemeClr>
                </a:solidFill>
              </a:rPr>
              <a:t>User</a:t>
            </a:r>
          </a:p>
        </p:txBody>
      </p:sp>
      <p:pic>
        <p:nvPicPr>
          <p:cNvPr id="213" name="Grafik 212">
            <a:extLst>
              <a:ext uri="{FF2B5EF4-FFF2-40B4-BE49-F238E27FC236}">
                <a16:creationId xmlns:a16="http://schemas.microsoft.com/office/drawing/2014/main" id="{A89BA8F4-AE96-F696-75AB-A2563A099D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8339" y="5818943"/>
            <a:ext cx="814747" cy="190301"/>
          </a:xfrm>
          <a:prstGeom prst="rect">
            <a:avLst/>
          </a:prstGeom>
        </p:spPr>
      </p:pic>
      <p:sp>
        <p:nvSpPr>
          <p:cNvPr id="215" name="Textfeld 214">
            <a:extLst>
              <a:ext uri="{FF2B5EF4-FFF2-40B4-BE49-F238E27FC236}">
                <a16:creationId xmlns:a16="http://schemas.microsoft.com/office/drawing/2014/main" id="{C08026C1-F022-4F13-4588-3846901D1DB8}"/>
              </a:ext>
            </a:extLst>
          </p:cNvPr>
          <p:cNvSpPr txBox="1"/>
          <p:nvPr/>
        </p:nvSpPr>
        <p:spPr bwMode="gray">
          <a:xfrm>
            <a:off x="9082605" y="5853667"/>
            <a:ext cx="266214" cy="11683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de-DE" sz="800" dirty="0">
                <a:solidFill>
                  <a:schemeClr val="tx2">
                    <a:lumMod val="75000"/>
                  </a:schemeClr>
                </a:solidFill>
              </a:rPr>
              <a:t>User</a:t>
            </a:r>
          </a:p>
        </p:txBody>
      </p:sp>
      <p:pic>
        <p:nvPicPr>
          <p:cNvPr id="217" name="Grafik 216">
            <a:extLst>
              <a:ext uri="{FF2B5EF4-FFF2-40B4-BE49-F238E27FC236}">
                <a16:creationId xmlns:a16="http://schemas.microsoft.com/office/drawing/2014/main" id="{4A035EB8-E157-27F2-23B9-F3FD5F99EF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53562" y="1790031"/>
            <a:ext cx="1838438" cy="204869"/>
          </a:xfrm>
          <a:prstGeom prst="rect">
            <a:avLst/>
          </a:prstGeom>
        </p:spPr>
      </p:pic>
      <p:pic>
        <p:nvPicPr>
          <p:cNvPr id="219" name="Grafik 218">
            <a:extLst>
              <a:ext uri="{FF2B5EF4-FFF2-40B4-BE49-F238E27FC236}">
                <a16:creationId xmlns:a16="http://schemas.microsoft.com/office/drawing/2014/main" id="{3A7200E5-FBC5-700F-A56F-B2D024CBDF4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53562" y="2073853"/>
            <a:ext cx="1838438" cy="232309"/>
          </a:xfrm>
          <a:prstGeom prst="rect">
            <a:avLst/>
          </a:prstGeom>
        </p:spPr>
      </p:pic>
      <p:pic>
        <p:nvPicPr>
          <p:cNvPr id="221" name="Grafik 220">
            <a:extLst>
              <a:ext uri="{FF2B5EF4-FFF2-40B4-BE49-F238E27FC236}">
                <a16:creationId xmlns:a16="http://schemas.microsoft.com/office/drawing/2014/main" id="{2070E9B2-F0DA-0EE2-5F64-30FD634EA7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30605" y="2385115"/>
            <a:ext cx="1838438" cy="204869"/>
          </a:xfrm>
          <a:prstGeom prst="rect">
            <a:avLst/>
          </a:prstGeom>
        </p:spPr>
      </p:pic>
      <p:pic>
        <p:nvPicPr>
          <p:cNvPr id="223" name="Grafik 222">
            <a:extLst>
              <a:ext uri="{FF2B5EF4-FFF2-40B4-BE49-F238E27FC236}">
                <a16:creationId xmlns:a16="http://schemas.microsoft.com/office/drawing/2014/main" id="{D48DDE3C-C449-F789-58DE-DB096F165C6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30605" y="2668937"/>
            <a:ext cx="1838438" cy="232309"/>
          </a:xfrm>
          <a:prstGeom prst="rect">
            <a:avLst/>
          </a:prstGeom>
        </p:spPr>
      </p:pic>
      <p:pic>
        <p:nvPicPr>
          <p:cNvPr id="225" name="Grafik 224">
            <a:extLst>
              <a:ext uri="{FF2B5EF4-FFF2-40B4-BE49-F238E27FC236}">
                <a16:creationId xmlns:a16="http://schemas.microsoft.com/office/drawing/2014/main" id="{5DC25360-85C9-604C-790C-1DD37850EA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30605" y="3092551"/>
            <a:ext cx="1838438" cy="204869"/>
          </a:xfrm>
          <a:prstGeom prst="rect">
            <a:avLst/>
          </a:prstGeom>
        </p:spPr>
      </p:pic>
      <p:pic>
        <p:nvPicPr>
          <p:cNvPr id="227" name="Grafik 226">
            <a:extLst>
              <a:ext uri="{FF2B5EF4-FFF2-40B4-BE49-F238E27FC236}">
                <a16:creationId xmlns:a16="http://schemas.microsoft.com/office/drawing/2014/main" id="{698F46C1-F40E-4F5F-2415-F67F298D335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30605" y="3407358"/>
            <a:ext cx="1838438" cy="232309"/>
          </a:xfrm>
          <a:prstGeom prst="rect">
            <a:avLst/>
          </a:prstGeom>
        </p:spPr>
      </p:pic>
      <p:pic>
        <p:nvPicPr>
          <p:cNvPr id="229" name="Grafik 228">
            <a:extLst>
              <a:ext uri="{FF2B5EF4-FFF2-40B4-BE49-F238E27FC236}">
                <a16:creationId xmlns:a16="http://schemas.microsoft.com/office/drawing/2014/main" id="{BF014D8C-D753-D4AD-7AAB-8F97688F8E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30605" y="3695776"/>
            <a:ext cx="1838438" cy="204869"/>
          </a:xfrm>
          <a:prstGeom prst="rect">
            <a:avLst/>
          </a:prstGeom>
        </p:spPr>
      </p:pic>
      <p:pic>
        <p:nvPicPr>
          <p:cNvPr id="231" name="Grafik 230">
            <a:extLst>
              <a:ext uri="{FF2B5EF4-FFF2-40B4-BE49-F238E27FC236}">
                <a16:creationId xmlns:a16="http://schemas.microsoft.com/office/drawing/2014/main" id="{AE7DA838-F280-ACB5-AA81-AD868E7D3E0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30605" y="3979598"/>
            <a:ext cx="1838438" cy="232309"/>
          </a:xfrm>
          <a:prstGeom prst="rect">
            <a:avLst/>
          </a:prstGeom>
        </p:spPr>
      </p:pic>
      <p:pic>
        <p:nvPicPr>
          <p:cNvPr id="233" name="Grafik 232">
            <a:extLst>
              <a:ext uri="{FF2B5EF4-FFF2-40B4-BE49-F238E27FC236}">
                <a16:creationId xmlns:a16="http://schemas.microsoft.com/office/drawing/2014/main" id="{BBC1C49B-B491-C96C-4A88-27BD827049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53562" y="4288948"/>
            <a:ext cx="1838438" cy="204869"/>
          </a:xfrm>
          <a:prstGeom prst="rect">
            <a:avLst/>
          </a:prstGeom>
        </p:spPr>
      </p:pic>
      <p:pic>
        <p:nvPicPr>
          <p:cNvPr id="235" name="Grafik 234">
            <a:extLst>
              <a:ext uri="{FF2B5EF4-FFF2-40B4-BE49-F238E27FC236}">
                <a16:creationId xmlns:a16="http://schemas.microsoft.com/office/drawing/2014/main" id="{A6361171-05BB-BCDE-C899-0483C95D2CC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30605" y="4551368"/>
            <a:ext cx="1838438" cy="232309"/>
          </a:xfrm>
          <a:prstGeom prst="rect">
            <a:avLst/>
          </a:prstGeom>
        </p:spPr>
      </p:pic>
      <p:pic>
        <p:nvPicPr>
          <p:cNvPr id="237" name="Grafik 236">
            <a:extLst>
              <a:ext uri="{FF2B5EF4-FFF2-40B4-BE49-F238E27FC236}">
                <a16:creationId xmlns:a16="http://schemas.microsoft.com/office/drawing/2014/main" id="{FD700C3F-CFF4-78A8-5772-D860559B00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39744" y="4832699"/>
            <a:ext cx="1838438" cy="204869"/>
          </a:xfrm>
          <a:prstGeom prst="rect">
            <a:avLst/>
          </a:prstGeom>
        </p:spPr>
      </p:pic>
      <p:pic>
        <p:nvPicPr>
          <p:cNvPr id="239" name="Grafik 238">
            <a:extLst>
              <a:ext uri="{FF2B5EF4-FFF2-40B4-BE49-F238E27FC236}">
                <a16:creationId xmlns:a16="http://schemas.microsoft.com/office/drawing/2014/main" id="{3C9E6F58-25EB-35AB-7231-8F49C913C73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39744" y="5166822"/>
            <a:ext cx="1838438" cy="232309"/>
          </a:xfrm>
          <a:prstGeom prst="rect">
            <a:avLst/>
          </a:prstGeom>
        </p:spPr>
      </p:pic>
      <p:pic>
        <p:nvPicPr>
          <p:cNvPr id="241" name="Grafik 240">
            <a:extLst>
              <a:ext uri="{FF2B5EF4-FFF2-40B4-BE49-F238E27FC236}">
                <a16:creationId xmlns:a16="http://schemas.microsoft.com/office/drawing/2014/main" id="{F548854D-8540-FA11-7DC3-BE43410B6C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39744" y="5497174"/>
            <a:ext cx="1838438" cy="204869"/>
          </a:xfrm>
          <a:prstGeom prst="rect">
            <a:avLst/>
          </a:prstGeom>
        </p:spPr>
      </p:pic>
      <p:pic>
        <p:nvPicPr>
          <p:cNvPr id="243" name="Grafik 242">
            <a:extLst>
              <a:ext uri="{FF2B5EF4-FFF2-40B4-BE49-F238E27FC236}">
                <a16:creationId xmlns:a16="http://schemas.microsoft.com/office/drawing/2014/main" id="{92BC94E4-48E9-A3D4-0974-887EDA078F4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82185" y="5782853"/>
            <a:ext cx="1838438" cy="232309"/>
          </a:xfrm>
          <a:prstGeom prst="rect">
            <a:avLst/>
          </a:prstGeom>
        </p:spPr>
      </p:pic>
      <p:pic>
        <p:nvPicPr>
          <p:cNvPr id="245" name="Grafik 244">
            <a:extLst>
              <a:ext uri="{FF2B5EF4-FFF2-40B4-BE49-F238E27FC236}">
                <a16:creationId xmlns:a16="http://schemas.microsoft.com/office/drawing/2014/main" id="{799D2EE6-5708-C3F0-8075-EEF77B1056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82185" y="6113205"/>
            <a:ext cx="1838438" cy="204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752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>
            <a:extLst>
              <a:ext uri="{FF2B5EF4-FFF2-40B4-BE49-F238E27FC236}">
                <a16:creationId xmlns:a16="http://schemas.microsoft.com/office/drawing/2014/main" id="{6DF4347A-6F0F-C6F7-A35E-21B42E3CE4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1598"/>
            <a:ext cx="12192000" cy="6226402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1B40F6F5-264C-410C-E2BA-07A870C477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3562" y="147605"/>
            <a:ext cx="1619476" cy="466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58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6AECCCEE-BBDB-E4CF-2859-1B961E737E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19309"/>
            <a:ext cx="12192000" cy="5838691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961E622F-2094-D031-62A7-112C1AC4C5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11223624" y="1051059"/>
            <a:ext cx="736601" cy="96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896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1BF548BC-7A6C-E587-5137-BE3150D841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71530"/>
            <a:ext cx="12192000" cy="6086470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74E31B5D-24BC-6747-2020-6AFD26886E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3562" y="147605"/>
            <a:ext cx="1619476" cy="466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082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78DB0-46B8-CCE3-C5A1-E3CDEDD9B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1917F785-C56E-9BD3-0CC2-25C03CD39A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71530"/>
            <a:ext cx="12192000" cy="6086470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BA299524-1661-3AA9-3784-7393972BCD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3562" y="147605"/>
            <a:ext cx="1619476" cy="466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48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C03C478-CB3C-4AB8-97ED-621CDB1EA24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de-DE" dirty="0"/>
              <a:t>Situation</a:t>
            </a:r>
          </a:p>
          <a:p>
            <a:pPr lvl="1"/>
            <a:r>
              <a:rPr lang="de-DE" dirty="0"/>
              <a:t>Bestehende </a:t>
            </a:r>
            <a:r>
              <a:rPr lang="de-DE" dirty="0" err="1"/>
              <a:t>Deployment</a:t>
            </a:r>
            <a:r>
              <a:rPr lang="de-DE" dirty="0"/>
              <a:t> API verfügt nur über Laufzeit </a:t>
            </a:r>
            <a:r>
              <a:rPr lang="de-DE" dirty="0" err="1"/>
              <a:t>Logging</a:t>
            </a:r>
            <a:endParaRPr lang="de-DE" dirty="0"/>
          </a:p>
          <a:p>
            <a:pPr lvl="1"/>
            <a:r>
              <a:rPr lang="de-DE" dirty="0"/>
              <a:t>Für Betrieb, Security-Nachvollziehbarkeit und Fehleranalyse fehlt Audit-Track pro Request</a:t>
            </a:r>
          </a:p>
          <a:p>
            <a:pPr lvl="1"/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80AEA10-0795-4B88-95BC-F66A06BA1235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de-DE" dirty="0" err="1"/>
              <a:t>Serilog</a:t>
            </a:r>
            <a:r>
              <a:rPr lang="de-DE" dirty="0"/>
              <a:t> Setup (Konsole + Datei + Rotation)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2E5E628-F232-40DA-A101-C4ED74E2EC8D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13</a:t>
            </a:fld>
            <a:endParaRPr 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673F7F83-DD04-4B12-990D-614C39968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Projekt 1 - </a:t>
            </a:r>
            <a:r>
              <a:rPr lang="de-DE" dirty="0" err="1"/>
              <a:t>Logging</a:t>
            </a:r>
            <a:endParaRPr lang="de-DE" dirty="0"/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989A92C8-2AAB-B153-A9C3-41CDE18DD2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3950" y="4808220"/>
            <a:ext cx="5653086" cy="1573529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409BD0D6-4E5A-1281-33D2-493339A1B5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1335" y="199987"/>
            <a:ext cx="2429214" cy="552527"/>
          </a:xfrm>
          <a:prstGeom prst="rect">
            <a:avLst/>
          </a:prstGeom>
        </p:spPr>
      </p:pic>
      <p:sp>
        <p:nvSpPr>
          <p:cNvPr id="9" name="Bildplatzhalter 8">
            <a:extLst>
              <a:ext uri="{FF2B5EF4-FFF2-40B4-BE49-F238E27FC236}">
                <a16:creationId xmlns:a16="http://schemas.microsoft.com/office/drawing/2014/main" id="{BD9690C7-DE94-6201-27F4-A7F39595BFE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FD15C7DB-5B6F-E8DD-3B33-36CF6FA88A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3570" y="1556111"/>
            <a:ext cx="5721542" cy="3108873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4FA77E52-273E-9F75-4416-9D3123250F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998" y="4664983"/>
            <a:ext cx="5944551" cy="1752917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B15E08B3-78FF-96E0-9C54-3BBEFA96F5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3948" y="4879448"/>
            <a:ext cx="5077534" cy="523948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DDDA8937-348A-4678-DDAF-B9D92B1717F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53562" y="6550092"/>
            <a:ext cx="1018249" cy="106822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AA2CA4AE-26EE-8699-9F15-3CA0F03BA87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53562" y="6524985"/>
            <a:ext cx="1018249" cy="168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123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6AF99-E2DE-5285-4E11-6187EF1F4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3598CE4-0699-740D-352D-57A18A895AC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de-DE" dirty="0"/>
              <a:t>Task</a:t>
            </a:r>
          </a:p>
          <a:p>
            <a:pPr lvl="1"/>
            <a:r>
              <a:rPr lang="de-DE" dirty="0"/>
              <a:t>Aufbau von vollständiger </a:t>
            </a:r>
            <a:r>
              <a:rPr lang="de-DE" dirty="0" err="1"/>
              <a:t>Logging</a:t>
            </a:r>
            <a:r>
              <a:rPr lang="de-DE" dirty="0"/>
              <a:t>-Lösung</a:t>
            </a:r>
          </a:p>
          <a:p>
            <a:pPr lvl="1"/>
            <a:r>
              <a:rPr lang="de-DE" dirty="0"/>
              <a:t>Zuverlässiges &amp; sauberes API-</a:t>
            </a:r>
            <a:r>
              <a:rPr lang="de-DE" dirty="0" err="1"/>
              <a:t>Logging</a:t>
            </a:r>
            <a:endParaRPr lang="de-DE" dirty="0"/>
          </a:p>
          <a:p>
            <a:pPr lvl="1"/>
            <a:r>
              <a:rPr lang="de-DE" dirty="0"/>
              <a:t>API-</a:t>
            </a:r>
            <a:r>
              <a:rPr lang="de-DE" dirty="0" err="1"/>
              <a:t>Requests</a:t>
            </a:r>
            <a:r>
              <a:rPr lang="de-DE" dirty="0"/>
              <a:t> in DB</a:t>
            </a:r>
          </a:p>
          <a:p>
            <a:pPr lvl="1"/>
            <a:r>
              <a:rPr lang="de-DE" dirty="0"/>
              <a:t>Caller-ID &amp; Laufzeitinformationen in DB</a:t>
            </a:r>
          </a:p>
          <a:p>
            <a:pPr marL="162000" lvl="2" indent="0">
              <a:buNone/>
            </a:pPr>
            <a:endParaRPr lang="de-DE" dirty="0"/>
          </a:p>
          <a:p>
            <a:pPr marL="162000" lvl="2" indent="0">
              <a:buNone/>
            </a:pP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632EA50-0185-5C8E-D918-49701EDF2A2B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de-DE" dirty="0">
                <a:cs typeface="Arial"/>
              </a:rPr>
              <a:t>C#-Klasse </a:t>
            </a:r>
            <a:r>
              <a:rPr lang="de-DE" dirty="0" err="1">
                <a:cs typeface="Arial"/>
              </a:rPr>
              <a:t>ApiRequestLog</a:t>
            </a:r>
            <a:endParaRPr lang="de-DE" dirty="0" err="1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8B0B4E9-2653-4051-9142-AFE5C047886A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14</a:t>
            </a:fld>
            <a:endParaRPr 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EE018B24-1831-D16B-1DDE-96C02BB4A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Projekt 1 - </a:t>
            </a:r>
            <a:r>
              <a:rPr lang="de-DE" dirty="0" err="1"/>
              <a:t>Logging</a:t>
            </a:r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C2F987C8-B335-9919-5443-4FB74B4190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0156" y="303166"/>
            <a:ext cx="2429214" cy="552527"/>
          </a:xfrm>
          <a:prstGeom prst="rect">
            <a:avLst/>
          </a:prstGeom>
        </p:spPr>
      </p:pic>
      <p:pic>
        <p:nvPicPr>
          <p:cNvPr id="13" name="Bildplatzhalter 12">
            <a:extLst>
              <a:ext uri="{FF2B5EF4-FFF2-40B4-BE49-F238E27FC236}">
                <a16:creationId xmlns:a16="http://schemas.microsoft.com/office/drawing/2014/main" id="{ED502F3D-1202-D572-4F26-2EBFCDC9C10D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l="21" r="21"/>
          <a:stretch/>
        </p:blipFill>
        <p:spPr bwMode="gray">
          <a:prstGeom prst="rect">
            <a:avLst/>
          </a:prstGeom>
          <a:solidFill>
            <a:srgbClr val="BBBCBD"/>
          </a:solidFill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1D2E5FDB-39AB-6241-BBEB-A56D84C2C2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3562" y="6550092"/>
            <a:ext cx="1018249" cy="106822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FF9ADE88-CDA1-3355-CE90-D18F8E5D50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3562" y="6524985"/>
            <a:ext cx="1018249" cy="168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904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E0C8AC-2313-53FA-091A-D3FD48A8B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1B7F0B5-6321-EF77-E5FA-5E79A6EE743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de-DE" dirty="0"/>
              <a:t>Action</a:t>
            </a:r>
          </a:p>
          <a:p>
            <a:pPr lvl="1"/>
            <a:r>
              <a:rPr lang="de-DE" dirty="0"/>
              <a:t>Implementierung von </a:t>
            </a:r>
            <a:r>
              <a:rPr lang="de-DE" dirty="0" err="1"/>
              <a:t>Serilog</a:t>
            </a:r>
            <a:endParaRPr lang="de-DE" dirty="0"/>
          </a:p>
          <a:p>
            <a:pPr lvl="1"/>
            <a:r>
              <a:rPr lang="de-DE" dirty="0"/>
              <a:t>Eigene Middleware für API-Request-</a:t>
            </a:r>
            <a:r>
              <a:rPr lang="de-DE" dirty="0" err="1"/>
              <a:t>Logging</a:t>
            </a:r>
            <a:endParaRPr lang="de-DE" dirty="0"/>
          </a:p>
          <a:p>
            <a:pPr lvl="2"/>
            <a:r>
              <a:rPr lang="de-DE" dirty="0"/>
              <a:t>Misst Dauer</a:t>
            </a:r>
          </a:p>
          <a:p>
            <a:pPr lvl="2"/>
            <a:r>
              <a:rPr lang="de-DE" dirty="0"/>
              <a:t>Erfasst Statuscode, Pfad, Methode, IP, Caller, Hostname &amp; Environment</a:t>
            </a:r>
          </a:p>
          <a:p>
            <a:pPr lvl="2"/>
            <a:r>
              <a:rPr lang="de-DE" dirty="0"/>
              <a:t>Protokolliert Fehler</a:t>
            </a:r>
          </a:p>
          <a:p>
            <a:pPr marL="162000" lvl="2" indent="0">
              <a:buNone/>
            </a:pPr>
            <a:endParaRPr lang="de-DE" dirty="0"/>
          </a:p>
          <a:p>
            <a:pPr marL="162000" lvl="2" indent="0">
              <a:buNone/>
            </a:pP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388BD97-B56C-3AC0-8613-758C1B8B7C5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4DD2AC0-6085-5BEF-88D9-CD13B9AA5BFE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15</a:t>
            </a:fld>
            <a:endParaRPr 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278B7C90-B376-6D80-9C49-DC7C62CC2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Projekt 1 - </a:t>
            </a:r>
            <a:r>
              <a:rPr lang="de-DE" dirty="0" err="1"/>
              <a:t>Logging</a:t>
            </a:r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F8183BB1-1D5D-4193-85B2-D55B62D9F8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0156" y="252330"/>
            <a:ext cx="2429214" cy="552527"/>
          </a:xfrm>
          <a:prstGeom prst="rect">
            <a:avLst/>
          </a:prstGeom>
        </p:spPr>
      </p:pic>
      <p:pic>
        <p:nvPicPr>
          <p:cNvPr id="11" name="Bildplatzhalter 10">
            <a:extLst>
              <a:ext uri="{FF2B5EF4-FFF2-40B4-BE49-F238E27FC236}">
                <a16:creationId xmlns:a16="http://schemas.microsoft.com/office/drawing/2014/main" id="{E5C81680-7AD7-DD38-FB39-840232BCB1A9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l="-20" t="522" r="68" b="-39147"/>
          <a:stretch>
            <a:fillRect/>
          </a:stretch>
        </p:blipFill>
        <p:spPr bwMode="gray">
          <a:xfrm>
            <a:off x="6203950" y="1592262"/>
            <a:ext cx="5653088" cy="4789487"/>
          </a:xfrm>
          <a:prstGeom prst="rect">
            <a:avLst/>
          </a:prstGeom>
          <a:solidFill>
            <a:srgbClr val="BBBCBD"/>
          </a:solidFill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67C325F0-8896-5E8F-9983-F346A0655C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8" y="4975141"/>
            <a:ext cx="5823371" cy="1406608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C8EBB1C9-6BD6-E374-709E-3FD34449CF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53562" y="6550092"/>
            <a:ext cx="1018249" cy="106822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4FA63C18-189B-0E91-73C0-F39D707993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53562" y="6524985"/>
            <a:ext cx="1018249" cy="168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360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750F9-A4C0-5CB5-0243-EBD9EF8E6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D101483-3C83-3F51-62CD-CBB7B618F99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de-DE" dirty="0"/>
              <a:t>Action</a:t>
            </a:r>
          </a:p>
          <a:p>
            <a:pPr lvl="1"/>
            <a:r>
              <a:rPr lang="de-DE" dirty="0"/>
              <a:t>Implementierung von </a:t>
            </a:r>
            <a:r>
              <a:rPr lang="de-DE" dirty="0" err="1"/>
              <a:t>Serilog</a:t>
            </a:r>
            <a:endParaRPr lang="de-DE" dirty="0"/>
          </a:p>
          <a:p>
            <a:pPr lvl="1"/>
            <a:r>
              <a:rPr lang="de-DE" dirty="0"/>
              <a:t>Eigene Middleware für API-Request-</a:t>
            </a:r>
            <a:r>
              <a:rPr lang="de-DE" dirty="0" err="1"/>
              <a:t>Logging</a:t>
            </a:r>
            <a:endParaRPr lang="de-DE" dirty="0"/>
          </a:p>
          <a:p>
            <a:pPr lvl="2"/>
            <a:r>
              <a:rPr lang="de-DE" dirty="0"/>
              <a:t>Misst Dauer</a:t>
            </a:r>
          </a:p>
          <a:p>
            <a:pPr lvl="2"/>
            <a:r>
              <a:rPr lang="de-DE" dirty="0"/>
              <a:t>Erfasst Statuscode, Pfad, Methode, IP, Caller, Hostname &amp; Environment</a:t>
            </a:r>
          </a:p>
          <a:p>
            <a:pPr lvl="2"/>
            <a:r>
              <a:rPr lang="de-DE" dirty="0"/>
              <a:t>Protokolliert Fehler</a:t>
            </a:r>
          </a:p>
          <a:p>
            <a:pPr marL="162000" lvl="2" indent="0">
              <a:buNone/>
            </a:pPr>
            <a:endParaRPr lang="de-DE" dirty="0"/>
          </a:p>
          <a:p>
            <a:pPr marL="162000" lvl="2" indent="0">
              <a:buNone/>
            </a:pP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C0CA87F-9E69-AD26-14A5-401E4E4FF55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F99E5CF-E8FF-5126-B074-0B9BADA76CED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16</a:t>
            </a:fld>
            <a:endParaRPr 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6D27024C-E337-6DC1-887C-D77F6E672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Projekt 1 - </a:t>
            </a:r>
            <a:r>
              <a:rPr lang="de-DE" dirty="0" err="1"/>
              <a:t>Logging</a:t>
            </a:r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CFDC4A21-2397-98FD-A8DE-EB5FBFF0AF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0156" y="252330"/>
            <a:ext cx="2429214" cy="552527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61977FDA-CF2C-3FB7-C917-91BB0524AD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8" y="4975141"/>
            <a:ext cx="5823371" cy="1406608"/>
          </a:xfrm>
          <a:prstGeom prst="rect">
            <a:avLst/>
          </a:prstGeom>
        </p:spPr>
      </p:pic>
      <p:pic>
        <p:nvPicPr>
          <p:cNvPr id="9" name="Bildplatzhalter 10">
            <a:extLst>
              <a:ext uri="{FF2B5EF4-FFF2-40B4-BE49-F238E27FC236}">
                <a16:creationId xmlns:a16="http://schemas.microsoft.com/office/drawing/2014/main" id="{AE09444D-88A8-5809-C3AE-9E5B5646B277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4"/>
          <a:srcRect l="710" r="710"/>
          <a:stretch/>
        </p:blipFill>
        <p:spPr bwMode="gray">
          <a:xfrm>
            <a:off x="6203950" y="1592263"/>
            <a:ext cx="5653088" cy="4789487"/>
          </a:xfrm>
          <a:prstGeom prst="rect">
            <a:avLst/>
          </a:prstGeom>
          <a:solidFill>
            <a:srgbClr val="BBBCBD"/>
          </a:solidFill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CEDC4BEF-9B84-CE26-EFEF-0F8BCCC2BA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53562" y="6550092"/>
            <a:ext cx="1018249" cy="106822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E59232E9-1C9A-A2CC-6557-701AA10892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53562" y="6524985"/>
            <a:ext cx="1018249" cy="168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51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69E62-3412-25C4-A166-7685C58F8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C23802B-9693-8A32-FB9A-0931D3822B8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de-DE" dirty="0"/>
              <a:t>Action</a:t>
            </a:r>
          </a:p>
          <a:p>
            <a:pPr lvl="1"/>
            <a:r>
              <a:rPr lang="de-DE" dirty="0"/>
              <a:t>SQL-Skript für Tabelle</a:t>
            </a:r>
          </a:p>
          <a:p>
            <a:pPr lvl="1"/>
            <a:r>
              <a:rPr lang="de-DE" dirty="0" err="1"/>
              <a:t>Activity</a:t>
            </a:r>
            <a:r>
              <a:rPr lang="de-DE" dirty="0"/>
              <a:t> Endpoints zum Auslesen mit Filtern	</a:t>
            </a:r>
          </a:p>
          <a:p>
            <a:pPr lvl="2"/>
            <a:r>
              <a:rPr lang="de-DE" dirty="0"/>
              <a:t>Zeit, Caller, Pfad, Hostname, Status</a:t>
            </a:r>
          </a:p>
          <a:p>
            <a:pPr lvl="1"/>
            <a:r>
              <a:rPr lang="de-DE" dirty="0"/>
              <a:t>Tägliche Löschung alter Logs (Background-Service)</a:t>
            </a:r>
          </a:p>
          <a:p>
            <a:pPr lvl="1"/>
            <a:endParaRPr lang="de-DE" dirty="0"/>
          </a:p>
          <a:p>
            <a:pPr marL="162000" lvl="2" indent="0">
              <a:buNone/>
            </a:pP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FE06F97-A0BD-83B9-B5C2-0C10C99462C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DE19F39-A5E1-4565-A8E3-E5DCB52B783F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17</a:t>
            </a:fld>
            <a:endParaRPr 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31C6D428-0C39-0C20-C7B0-2AE4659A7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Projekt 1 - </a:t>
            </a:r>
            <a:r>
              <a:rPr lang="de-DE" dirty="0" err="1"/>
              <a:t>Logging</a:t>
            </a:r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05B499B3-0C15-F7A5-EC14-0A7B8DA7B2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0156" y="252330"/>
            <a:ext cx="2429214" cy="552527"/>
          </a:xfrm>
          <a:prstGeom prst="rect">
            <a:avLst/>
          </a:prstGeom>
        </p:spPr>
      </p:pic>
      <p:pic>
        <p:nvPicPr>
          <p:cNvPr id="14" name="Bildplatzhalter 10">
            <a:extLst>
              <a:ext uri="{FF2B5EF4-FFF2-40B4-BE49-F238E27FC236}">
                <a16:creationId xmlns:a16="http://schemas.microsoft.com/office/drawing/2014/main" id="{0415CFDF-A387-A27C-DC33-FDECAA67D031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l="-20" t="1" r="-1" b="-12637"/>
          <a:stretch>
            <a:fillRect/>
          </a:stretch>
        </p:blipFill>
        <p:spPr bwMode="gray">
          <a:xfrm>
            <a:off x="6203950" y="1592263"/>
            <a:ext cx="5653088" cy="4789487"/>
          </a:xfrm>
          <a:prstGeom prst="rect">
            <a:avLst/>
          </a:prstGeom>
          <a:solidFill>
            <a:srgbClr val="BBBCBD"/>
          </a:solidFill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FA80BA96-F4E3-B267-B114-65235347EA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1708" y="3200368"/>
            <a:ext cx="3648584" cy="457264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1973C47D-EC92-0613-C4C5-4557E76632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3949" y="5848285"/>
            <a:ext cx="5651941" cy="602391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79B86C32-D05F-1B76-F924-23D605B963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53562" y="6550092"/>
            <a:ext cx="1018249" cy="106822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3FB76DD8-9CFE-67BD-C7E6-01E7012EF5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53562" y="6524985"/>
            <a:ext cx="1018249" cy="168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50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BA76E-A867-FA68-4199-319D876C1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F326D83-3F5A-10A7-BB59-4030B3676EF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de-DE" dirty="0"/>
              <a:t>Action</a:t>
            </a:r>
          </a:p>
          <a:p>
            <a:pPr lvl="1"/>
            <a:r>
              <a:rPr lang="de-DE" dirty="0"/>
              <a:t>SQL-Skript für Tabelle</a:t>
            </a:r>
          </a:p>
          <a:p>
            <a:pPr lvl="1"/>
            <a:r>
              <a:rPr lang="de-DE" dirty="0" err="1"/>
              <a:t>Activity</a:t>
            </a:r>
            <a:r>
              <a:rPr lang="de-DE" dirty="0"/>
              <a:t> Endpoints zum Auslesen mit Filtern	</a:t>
            </a:r>
          </a:p>
          <a:p>
            <a:pPr lvl="2"/>
            <a:r>
              <a:rPr lang="de-DE" dirty="0"/>
              <a:t>Zeit, Caller, Pfad, Hostname, Status</a:t>
            </a:r>
          </a:p>
          <a:p>
            <a:pPr lvl="1"/>
            <a:r>
              <a:rPr lang="de-DE" dirty="0"/>
              <a:t>Tägliche Löschung alter Logs (Background-Service)</a:t>
            </a:r>
          </a:p>
          <a:p>
            <a:pPr lvl="1"/>
            <a:endParaRPr lang="de-DE" dirty="0"/>
          </a:p>
          <a:p>
            <a:pPr marL="162000" lvl="2" indent="0">
              <a:buNone/>
            </a:pP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86CA835-2C10-FD8B-E106-478FC631AD28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A82F134-0372-E381-9C2B-9449A117F577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18</a:t>
            </a:fld>
            <a:endParaRPr 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C09BF0B9-64F8-DD71-F245-03EA8B0F6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Projekt 1 - </a:t>
            </a:r>
            <a:r>
              <a:rPr lang="de-DE" dirty="0" err="1"/>
              <a:t>Logging</a:t>
            </a:r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D811EFF3-2A91-DE83-110D-14FF608A2D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0156" y="252330"/>
            <a:ext cx="2429214" cy="552527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EB2887A3-3965-94B7-AFB5-1892F365B1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1708" y="3200368"/>
            <a:ext cx="3648584" cy="457264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1CD9CFA6-5255-D1D2-9AE6-7A4E87C0B3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3949" y="5848285"/>
            <a:ext cx="5651941" cy="602391"/>
          </a:xfrm>
          <a:prstGeom prst="rect">
            <a:avLst/>
          </a:prstGeom>
        </p:spPr>
      </p:pic>
      <p:pic>
        <p:nvPicPr>
          <p:cNvPr id="12" name="Bildplatzhalter 11">
            <a:extLst>
              <a:ext uri="{FF2B5EF4-FFF2-40B4-BE49-F238E27FC236}">
                <a16:creationId xmlns:a16="http://schemas.microsoft.com/office/drawing/2014/main" id="{2C61D2DE-D88C-6913-1AD0-6B74813172CA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4"/>
          <a:srcRect r="-20" b="-116976"/>
          <a:stretch>
            <a:fillRect/>
          </a:stretch>
        </p:blipFill>
        <p:spPr bwMode="gray">
          <a:xfrm>
            <a:off x="6203950" y="1592262"/>
            <a:ext cx="5653088" cy="4789487"/>
          </a:xfrm>
          <a:prstGeom prst="rect">
            <a:avLst/>
          </a:prstGeom>
          <a:solidFill>
            <a:srgbClr val="BBBCBD"/>
          </a:solidFill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E6341072-EFB6-716A-D878-CED965094A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3948" y="3656494"/>
            <a:ext cx="5678060" cy="2120173"/>
          </a:xfrm>
          <a:prstGeom prst="rect">
            <a:avLst/>
          </a:prstGeom>
        </p:spPr>
      </p:pic>
      <p:pic>
        <p:nvPicPr>
          <p:cNvPr id="25" name="Grafik 24">
            <a:extLst>
              <a:ext uri="{FF2B5EF4-FFF2-40B4-BE49-F238E27FC236}">
                <a16:creationId xmlns:a16="http://schemas.microsoft.com/office/drawing/2014/main" id="{61D0F0B5-F3C5-A872-16E5-E0B675B970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3949" y="5757780"/>
            <a:ext cx="5915851" cy="714475"/>
          </a:xfrm>
          <a:prstGeom prst="rect">
            <a:avLst/>
          </a:prstGeom>
        </p:spPr>
      </p:pic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7CEEE8A2-1659-F0B1-5B98-7A7DDAA15DE4}"/>
              </a:ext>
            </a:extLst>
          </p:cNvPr>
          <p:cNvCxnSpPr>
            <a:cxnSpLocks/>
          </p:cNvCxnSpPr>
          <p:nvPr/>
        </p:nvCxnSpPr>
        <p:spPr bwMode="gray">
          <a:xfrm>
            <a:off x="6203948" y="5757780"/>
            <a:ext cx="5566874" cy="0"/>
          </a:xfrm>
          <a:prstGeom prst="line">
            <a:avLst/>
          </a:prstGeom>
          <a:ln w="6350">
            <a:solidFill>
              <a:schemeClr val="tx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C2237213-4BF7-4F14-C615-B0469AE5F788}"/>
              </a:ext>
            </a:extLst>
          </p:cNvPr>
          <p:cNvCxnSpPr>
            <a:cxnSpLocks/>
          </p:cNvCxnSpPr>
          <p:nvPr/>
        </p:nvCxnSpPr>
        <p:spPr bwMode="gray">
          <a:xfrm>
            <a:off x="6096000" y="3715620"/>
            <a:ext cx="5566874" cy="0"/>
          </a:xfrm>
          <a:prstGeom prst="line">
            <a:avLst/>
          </a:prstGeom>
          <a:ln w="6350">
            <a:solidFill>
              <a:schemeClr val="tx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Grafik 30">
            <a:extLst>
              <a:ext uri="{FF2B5EF4-FFF2-40B4-BE49-F238E27FC236}">
                <a16:creationId xmlns:a16="http://schemas.microsoft.com/office/drawing/2014/main" id="{F3DEB79C-B03C-6957-D3FB-CE434630E51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53562" y="6550092"/>
            <a:ext cx="1018249" cy="106822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6D6C22C1-947C-4D3B-0232-5A3B5FFEF6C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53562" y="6524985"/>
            <a:ext cx="1018249" cy="168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241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BCD10-11C1-1C7D-7DC9-6FD80D9A6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CC44CE8-1DCD-DF11-13F9-6BB4C1D74C1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de-DE" dirty="0" err="1"/>
              <a:t>Result</a:t>
            </a:r>
            <a:endParaRPr lang="de-DE" dirty="0"/>
          </a:p>
          <a:p>
            <a:pPr lvl="1"/>
            <a:r>
              <a:rPr lang="de-DE" dirty="0"/>
              <a:t>End-</a:t>
            </a:r>
            <a:r>
              <a:rPr lang="de-DE" dirty="0" err="1"/>
              <a:t>to</a:t>
            </a:r>
            <a:r>
              <a:rPr lang="de-DE" dirty="0"/>
              <a:t>-End </a:t>
            </a:r>
            <a:r>
              <a:rPr lang="de-DE" dirty="0" err="1"/>
              <a:t>Logging</a:t>
            </a:r>
            <a:r>
              <a:rPr lang="de-DE" dirty="0"/>
              <a:t> durch Konsole &amp; DB</a:t>
            </a:r>
          </a:p>
          <a:p>
            <a:pPr lvl="1"/>
            <a:r>
              <a:rPr lang="de-DE" dirty="0"/>
              <a:t>Nachvollziehbare </a:t>
            </a:r>
            <a:r>
              <a:rPr lang="de-DE" dirty="0" err="1"/>
              <a:t>Requests</a:t>
            </a:r>
            <a:endParaRPr lang="de-DE" dirty="0"/>
          </a:p>
          <a:p>
            <a:pPr lvl="1"/>
            <a:r>
              <a:rPr lang="de-DE" dirty="0" err="1"/>
              <a:t>Activity</a:t>
            </a:r>
            <a:r>
              <a:rPr lang="de-DE" dirty="0"/>
              <a:t> Ansicht ist praxistauglich</a:t>
            </a:r>
          </a:p>
          <a:p>
            <a:pPr lvl="1"/>
            <a:r>
              <a:rPr lang="de-DE" dirty="0"/>
              <a:t>DB wächst kontrolliert durch automatische Löschung</a:t>
            </a:r>
          </a:p>
          <a:p>
            <a:pPr marL="162000" lvl="2" indent="0">
              <a:buNone/>
            </a:pPr>
            <a:endParaRPr lang="de-DE" dirty="0"/>
          </a:p>
          <a:p>
            <a:pPr marL="162000" lvl="2" indent="0">
              <a:buNone/>
            </a:pP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1EDF2E6-CE38-9B30-7E5A-4B6F5A656D2C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107079D-D852-103A-EBE4-CD9BA257F98E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19</a:t>
            </a:fld>
            <a:endParaRPr 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923923D8-5E5C-091E-C8CF-BA498F3CD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Projekt 1 - </a:t>
            </a:r>
            <a:r>
              <a:rPr lang="de-DE" dirty="0" err="1"/>
              <a:t>Logging</a:t>
            </a:r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C458EE5B-0767-1A60-204F-F091B56818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0156" y="252330"/>
            <a:ext cx="2429214" cy="552527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86FCF8F4-9094-82FA-3B28-6AAC30A57D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3950" y="5738603"/>
            <a:ext cx="5715420" cy="643146"/>
          </a:xfrm>
          <a:prstGeom prst="rect">
            <a:avLst/>
          </a:prstGeom>
        </p:spPr>
      </p:pic>
      <p:pic>
        <p:nvPicPr>
          <p:cNvPr id="17" name="Bildplatzhalter 16">
            <a:extLst>
              <a:ext uri="{FF2B5EF4-FFF2-40B4-BE49-F238E27FC236}">
                <a16:creationId xmlns:a16="http://schemas.microsoft.com/office/drawing/2014/main" id="{5CCC9FA7-A3E9-72FB-69A9-533ABF04CF43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4"/>
          <a:srcRect t="1" r="-20146" b="-38365"/>
          <a:stretch>
            <a:fillRect/>
          </a:stretch>
        </p:blipFill>
        <p:spPr bwMode="gray">
          <a:xfrm>
            <a:off x="6203950" y="1592262"/>
            <a:ext cx="5653088" cy="4789487"/>
          </a:xfrm>
          <a:prstGeom prst="rect">
            <a:avLst/>
          </a:prstGeom>
          <a:solidFill>
            <a:srgbClr val="BBBCBD"/>
          </a:solidFill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0E8F36F5-E1A7-D71D-7FD1-3462F78DB3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5501" y="5038725"/>
            <a:ext cx="5801535" cy="1343024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83CB9C80-9667-75C9-CF97-4FE2A3359B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39027" y="1592262"/>
            <a:ext cx="1018009" cy="4789487"/>
          </a:xfrm>
          <a:prstGeom prst="rect">
            <a:avLst/>
          </a:prstGeom>
        </p:spPr>
      </p:pic>
      <p:pic>
        <p:nvPicPr>
          <p:cNvPr id="25" name="Grafik 24">
            <a:extLst>
              <a:ext uri="{FF2B5EF4-FFF2-40B4-BE49-F238E27FC236}">
                <a16:creationId xmlns:a16="http://schemas.microsoft.com/office/drawing/2014/main" id="{E75A9AEA-CE28-BB52-502B-D1E79CB7E4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53562" y="6550092"/>
            <a:ext cx="1018249" cy="106822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D563CBD2-11CF-EC6A-9BCF-D343308BA6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53562" y="6524985"/>
            <a:ext cx="1018249" cy="168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024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86AABAB2-B4E6-6DFC-4A5F-D7DE33B0B3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7883"/>
            <a:ext cx="12192000" cy="6080117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F15D9487-8208-B3FE-7EBD-7E8036F62D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3562" y="147605"/>
            <a:ext cx="1619476" cy="466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629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rafik 140">
            <a:extLst>
              <a:ext uri="{FF2B5EF4-FFF2-40B4-BE49-F238E27FC236}">
                <a16:creationId xmlns:a16="http://schemas.microsoft.com/office/drawing/2014/main" id="{FC353ACE-C939-BE9F-3B51-2E34C67702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9764"/>
            <a:ext cx="12192000" cy="6118236"/>
          </a:xfrm>
          <a:prstGeom prst="rect">
            <a:avLst/>
          </a:prstGeom>
        </p:spPr>
      </p:pic>
      <p:sp>
        <p:nvSpPr>
          <p:cNvPr id="142" name="Textfeld 141">
            <a:extLst>
              <a:ext uri="{FF2B5EF4-FFF2-40B4-BE49-F238E27FC236}">
                <a16:creationId xmlns:a16="http://schemas.microsoft.com/office/drawing/2014/main" id="{F1301763-6DCC-9B4C-8B31-46448B279211}"/>
              </a:ext>
            </a:extLst>
          </p:cNvPr>
          <p:cNvSpPr txBox="1"/>
          <p:nvPr/>
        </p:nvSpPr>
        <p:spPr bwMode="gray">
          <a:xfrm>
            <a:off x="7453313" y="2797969"/>
            <a:ext cx="411956" cy="102394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de-DE" sz="700" dirty="0" err="1">
                <a:solidFill>
                  <a:schemeClr val="tx2">
                    <a:lumMod val="75000"/>
                  </a:schemeClr>
                </a:solidFill>
              </a:rPr>
              <a:t>username</a:t>
            </a:r>
            <a:endParaRPr lang="de-DE" sz="7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44" name="Textfeld 143">
            <a:extLst>
              <a:ext uri="{FF2B5EF4-FFF2-40B4-BE49-F238E27FC236}">
                <a16:creationId xmlns:a16="http://schemas.microsoft.com/office/drawing/2014/main" id="{9A179E53-EA59-5227-8288-83B1C3E70C19}"/>
              </a:ext>
            </a:extLst>
          </p:cNvPr>
          <p:cNvSpPr txBox="1"/>
          <p:nvPr/>
        </p:nvSpPr>
        <p:spPr bwMode="gray">
          <a:xfrm>
            <a:off x="7453313" y="3069432"/>
            <a:ext cx="411956" cy="102394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de-DE" sz="700" dirty="0" err="1">
                <a:solidFill>
                  <a:schemeClr val="tx2">
                    <a:lumMod val="75000"/>
                  </a:schemeClr>
                </a:solidFill>
              </a:rPr>
              <a:t>username</a:t>
            </a:r>
            <a:endParaRPr lang="de-DE" sz="7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46" name="Textfeld 145">
            <a:extLst>
              <a:ext uri="{FF2B5EF4-FFF2-40B4-BE49-F238E27FC236}">
                <a16:creationId xmlns:a16="http://schemas.microsoft.com/office/drawing/2014/main" id="{E7D374C2-87E5-3204-1FE6-C4AEFD11DA2D}"/>
              </a:ext>
            </a:extLst>
          </p:cNvPr>
          <p:cNvSpPr txBox="1"/>
          <p:nvPr/>
        </p:nvSpPr>
        <p:spPr bwMode="gray">
          <a:xfrm>
            <a:off x="7453313" y="3326606"/>
            <a:ext cx="411956" cy="102394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de-DE" sz="700" dirty="0" err="1">
                <a:solidFill>
                  <a:schemeClr val="tx2">
                    <a:lumMod val="75000"/>
                  </a:schemeClr>
                </a:solidFill>
              </a:rPr>
              <a:t>username</a:t>
            </a:r>
            <a:endParaRPr lang="de-DE" sz="7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48" name="Textfeld 147">
            <a:extLst>
              <a:ext uri="{FF2B5EF4-FFF2-40B4-BE49-F238E27FC236}">
                <a16:creationId xmlns:a16="http://schemas.microsoft.com/office/drawing/2014/main" id="{22DF0D78-56CC-D6C0-9B3E-73C92FC5F6F6}"/>
              </a:ext>
            </a:extLst>
          </p:cNvPr>
          <p:cNvSpPr txBox="1"/>
          <p:nvPr/>
        </p:nvSpPr>
        <p:spPr bwMode="gray">
          <a:xfrm>
            <a:off x="7453313" y="4395788"/>
            <a:ext cx="411956" cy="102394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de-DE" sz="700" dirty="0" err="1">
                <a:solidFill>
                  <a:schemeClr val="tx2">
                    <a:lumMod val="75000"/>
                  </a:schemeClr>
                </a:solidFill>
              </a:rPr>
              <a:t>username</a:t>
            </a:r>
            <a:endParaRPr lang="de-DE" sz="7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50" name="Textfeld 149">
            <a:extLst>
              <a:ext uri="{FF2B5EF4-FFF2-40B4-BE49-F238E27FC236}">
                <a16:creationId xmlns:a16="http://schemas.microsoft.com/office/drawing/2014/main" id="{AAD40AA7-0AFF-0471-6E9C-52C8D72F0CB9}"/>
              </a:ext>
            </a:extLst>
          </p:cNvPr>
          <p:cNvSpPr txBox="1"/>
          <p:nvPr/>
        </p:nvSpPr>
        <p:spPr bwMode="gray">
          <a:xfrm>
            <a:off x="7453313" y="4668441"/>
            <a:ext cx="411956" cy="102394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de-DE" sz="700" dirty="0" err="1">
                <a:solidFill>
                  <a:schemeClr val="tx2">
                    <a:lumMod val="75000"/>
                  </a:schemeClr>
                </a:solidFill>
              </a:rPr>
              <a:t>username</a:t>
            </a:r>
            <a:endParaRPr lang="de-DE" sz="7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52" name="Textfeld 151">
            <a:extLst>
              <a:ext uri="{FF2B5EF4-FFF2-40B4-BE49-F238E27FC236}">
                <a16:creationId xmlns:a16="http://schemas.microsoft.com/office/drawing/2014/main" id="{EE0AD1A8-BFD0-A803-8F48-7372A5FD26AF}"/>
              </a:ext>
            </a:extLst>
          </p:cNvPr>
          <p:cNvSpPr txBox="1"/>
          <p:nvPr/>
        </p:nvSpPr>
        <p:spPr bwMode="gray">
          <a:xfrm>
            <a:off x="7453313" y="5206603"/>
            <a:ext cx="411956" cy="102394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de-DE" sz="700" dirty="0" err="1">
                <a:solidFill>
                  <a:schemeClr val="tx2">
                    <a:lumMod val="75000"/>
                  </a:schemeClr>
                </a:solidFill>
              </a:rPr>
              <a:t>username</a:t>
            </a:r>
            <a:endParaRPr lang="de-DE" sz="7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54" name="Textfeld 153">
            <a:extLst>
              <a:ext uri="{FF2B5EF4-FFF2-40B4-BE49-F238E27FC236}">
                <a16:creationId xmlns:a16="http://schemas.microsoft.com/office/drawing/2014/main" id="{1BC54B13-BC72-16A5-66EE-9424BFA24292}"/>
              </a:ext>
            </a:extLst>
          </p:cNvPr>
          <p:cNvSpPr txBox="1"/>
          <p:nvPr/>
        </p:nvSpPr>
        <p:spPr bwMode="gray">
          <a:xfrm>
            <a:off x="7453313" y="5464970"/>
            <a:ext cx="411956" cy="102394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de-DE" sz="700" dirty="0" err="1">
                <a:solidFill>
                  <a:schemeClr val="tx2">
                    <a:lumMod val="75000"/>
                  </a:schemeClr>
                </a:solidFill>
              </a:rPr>
              <a:t>username</a:t>
            </a:r>
            <a:endParaRPr lang="de-DE" sz="7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56" name="Textfeld 155">
            <a:extLst>
              <a:ext uri="{FF2B5EF4-FFF2-40B4-BE49-F238E27FC236}">
                <a16:creationId xmlns:a16="http://schemas.microsoft.com/office/drawing/2014/main" id="{02FDA800-7DB1-01DF-89AA-9228A7A969BB}"/>
              </a:ext>
            </a:extLst>
          </p:cNvPr>
          <p:cNvSpPr txBox="1"/>
          <p:nvPr/>
        </p:nvSpPr>
        <p:spPr bwMode="gray">
          <a:xfrm>
            <a:off x="7453313" y="6015842"/>
            <a:ext cx="411956" cy="102394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de-DE" sz="700" dirty="0" err="1">
                <a:solidFill>
                  <a:schemeClr val="tx2">
                    <a:lumMod val="75000"/>
                  </a:schemeClr>
                </a:solidFill>
              </a:rPr>
              <a:t>username</a:t>
            </a:r>
            <a:endParaRPr lang="de-DE" sz="700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158" name="Grafik 157">
            <a:extLst>
              <a:ext uri="{FF2B5EF4-FFF2-40B4-BE49-F238E27FC236}">
                <a16:creationId xmlns:a16="http://schemas.microsoft.com/office/drawing/2014/main" id="{65728A23-3F9D-952C-560B-27DA445BD2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3562" y="147605"/>
            <a:ext cx="1619476" cy="46679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80EC8187-8010-A645-B647-D216FC9538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681511"/>
            <a:ext cx="12192000" cy="169253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A85B115F-EE09-0CD2-573D-39C95FD424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512257"/>
            <a:ext cx="4153480" cy="169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776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DBAB6-1616-2340-72BE-5A20056E5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30620AC-5DE0-F0A5-43F2-E4630D1A2A0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de-DE" dirty="0"/>
              <a:t>Situation</a:t>
            </a:r>
          </a:p>
          <a:p>
            <a:pPr lvl="1"/>
            <a:r>
              <a:rPr lang="de-DE" dirty="0"/>
              <a:t>Automatisierte DNS-Änderungen durch DNS API (A &amp; CNAME)</a:t>
            </a:r>
          </a:p>
          <a:p>
            <a:pPr lvl="1"/>
            <a:r>
              <a:rPr lang="de-DE" dirty="0"/>
              <a:t>Problem: Server brauchen TLS-Zertifikate für interne HTTPS-Websites</a:t>
            </a:r>
          </a:p>
          <a:p>
            <a:pPr lvl="1"/>
            <a:r>
              <a:rPr lang="de-DE" dirty="0"/>
              <a:t>CA-Validierung durch DNS-01-Challenge: Durch TXT-Records nur möglich</a:t>
            </a:r>
          </a:p>
          <a:p>
            <a:pPr marL="162000" lvl="2" indent="0">
              <a:buNone/>
            </a:pPr>
            <a:endParaRPr lang="de-DE" dirty="0"/>
          </a:p>
          <a:p>
            <a:pPr marL="162000" lvl="2" indent="0">
              <a:buNone/>
            </a:pP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15351DC-BAF5-23E9-BD5D-6967BC5A8923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655DAA0-3002-2CB3-1C03-6C214EF2F5C8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22</a:t>
            </a:fld>
            <a:endParaRPr 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F42E5362-5606-1063-09EC-3E2769B8C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Projekt 2 – TXT-Records (WIP)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584B5AD7-D1F4-8FCD-6338-0B304EC92F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0156" y="252330"/>
            <a:ext cx="2429214" cy="552527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3322ACC7-2079-5870-693A-12B77F3C5C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4943475"/>
            <a:ext cx="5761037" cy="1438274"/>
          </a:xfrm>
          <a:prstGeom prst="rect">
            <a:avLst/>
          </a:prstGeom>
        </p:spPr>
      </p:pic>
      <p:pic>
        <p:nvPicPr>
          <p:cNvPr id="28" name="Bildplatzhalter 27">
            <a:extLst>
              <a:ext uri="{FF2B5EF4-FFF2-40B4-BE49-F238E27FC236}">
                <a16:creationId xmlns:a16="http://schemas.microsoft.com/office/drawing/2014/main" id="{FCE7B83C-36C8-5E96-D08E-099D7CF8D6E1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4"/>
          <a:srcRect l="-20" t="1280" b="-70760"/>
          <a:stretch>
            <a:fillRect/>
          </a:stretch>
        </p:blipFill>
        <p:spPr bwMode="gray">
          <a:xfrm>
            <a:off x="6203950" y="1592262"/>
            <a:ext cx="5653088" cy="4789487"/>
          </a:xfrm>
          <a:prstGeom prst="rect">
            <a:avLst/>
          </a:prstGeom>
          <a:solidFill>
            <a:srgbClr val="BBBCBD"/>
          </a:solidFill>
        </p:spPr>
      </p:pic>
      <p:pic>
        <p:nvPicPr>
          <p:cNvPr id="30" name="Grafik 29">
            <a:extLst>
              <a:ext uri="{FF2B5EF4-FFF2-40B4-BE49-F238E27FC236}">
                <a16:creationId xmlns:a16="http://schemas.microsoft.com/office/drawing/2014/main" id="{974004F2-8B94-D0EA-5566-69747F6828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3950" y="4335457"/>
            <a:ext cx="5651940" cy="2100766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D00FCD2F-4F28-717B-98F0-BBE9920973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53562" y="6550092"/>
            <a:ext cx="1018249" cy="106822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F5B2B753-150A-EF02-0BE7-250C3A20BA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53562" y="6524985"/>
            <a:ext cx="1018249" cy="168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895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70211-DAD3-04AC-B259-0FAB43FB0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A47D78F-F29D-BD2E-1BD2-A02DB06C137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de-DE" dirty="0"/>
              <a:t>Task</a:t>
            </a:r>
          </a:p>
          <a:p>
            <a:pPr lvl="1"/>
            <a:r>
              <a:rPr lang="de-DE" dirty="0"/>
              <a:t>TXT-</a:t>
            </a:r>
            <a:r>
              <a:rPr lang="de-DE" dirty="0" err="1"/>
              <a:t>Record</a:t>
            </a:r>
            <a:r>
              <a:rPr lang="de-DE" dirty="0"/>
              <a:t> Support einbauen</a:t>
            </a:r>
          </a:p>
          <a:p>
            <a:pPr lvl="1"/>
            <a:r>
              <a:rPr lang="de-DE" dirty="0"/>
              <a:t>Security: Nicht jeder Key darf TXT überall schreiben</a:t>
            </a:r>
          </a:p>
          <a:p>
            <a:pPr lvl="1"/>
            <a:r>
              <a:rPr lang="de-DE" dirty="0"/>
              <a:t>Anforderung: Zonen-Beschränkung</a:t>
            </a:r>
          </a:p>
          <a:p>
            <a:pPr marL="162000" lvl="2" indent="0">
              <a:buNone/>
            </a:pPr>
            <a:endParaRPr lang="de-DE" dirty="0"/>
          </a:p>
          <a:p>
            <a:pPr marL="162000" lvl="2" indent="0">
              <a:buNone/>
            </a:pP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B1B6646-FF40-1EA7-F2B5-07AF81872DEB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23F423B-45EE-D449-E68D-78B88ED63A8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23</a:t>
            </a:fld>
            <a:endParaRPr 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A0E5A2B7-5EFF-4021-252A-4586C5D8C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Projekt 2 – TXT-Records (WIP)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CC9D11EE-8ABD-0329-F544-69E5AFEE01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0156" y="252330"/>
            <a:ext cx="2429214" cy="552527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04875917-05C0-9432-248D-8C4F07ED9B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4410075"/>
            <a:ext cx="5761037" cy="1971674"/>
          </a:xfrm>
          <a:prstGeom prst="rect">
            <a:avLst/>
          </a:prstGeom>
        </p:spPr>
      </p:pic>
      <p:pic>
        <p:nvPicPr>
          <p:cNvPr id="17" name="Bildplatzhalter 27">
            <a:extLst>
              <a:ext uri="{FF2B5EF4-FFF2-40B4-BE49-F238E27FC236}">
                <a16:creationId xmlns:a16="http://schemas.microsoft.com/office/drawing/2014/main" id="{665C981F-8C14-CC2E-FD1C-E5E409CB6F92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4"/>
          <a:srcRect t="287" r="-20" b="-69770"/>
          <a:stretch>
            <a:fillRect/>
          </a:stretch>
        </p:blipFill>
        <p:spPr bwMode="gray">
          <a:xfrm>
            <a:off x="6203950" y="1592263"/>
            <a:ext cx="5653088" cy="4789487"/>
          </a:xfrm>
          <a:prstGeom prst="rect">
            <a:avLst/>
          </a:prstGeom>
          <a:solidFill>
            <a:srgbClr val="BBBCBD"/>
          </a:solidFill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9E5C8DEB-417E-F357-5853-2424A5A755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3950" y="4410074"/>
            <a:ext cx="5651941" cy="2047876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CDF8ECBF-9C93-9A86-18BB-2C2B4EE2E7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53562" y="6550092"/>
            <a:ext cx="1018249" cy="106822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A557EE2C-AB29-2B69-4FF7-61A2B1C850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53562" y="6524985"/>
            <a:ext cx="1018249" cy="168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411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284AD-F80B-9E3E-872E-77B526D03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8A58AF6-DC2B-0AF5-B8A0-CD5BF285CA1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de-DE" dirty="0"/>
              <a:t>Action</a:t>
            </a:r>
          </a:p>
          <a:p>
            <a:pPr lvl="1"/>
            <a:r>
              <a:rPr lang="de-DE" dirty="0"/>
              <a:t>DB-Spalte </a:t>
            </a:r>
            <a:r>
              <a:rPr lang="de-DE" i="1" dirty="0" err="1"/>
              <a:t>txt_allowed</a:t>
            </a:r>
            <a:r>
              <a:rPr lang="de-DE" dirty="0"/>
              <a:t> für Erlaubnis zur Erstellung von TXT-Records</a:t>
            </a:r>
          </a:p>
          <a:p>
            <a:pPr lvl="1"/>
            <a:r>
              <a:rPr lang="de-DE" dirty="0"/>
              <a:t>Neue Tabelle mit Zonen-</a:t>
            </a:r>
            <a:r>
              <a:rPr lang="de-DE" dirty="0" err="1"/>
              <a:t>Allowlist</a:t>
            </a:r>
            <a:r>
              <a:rPr lang="de-DE" dirty="0"/>
              <a:t> pro User</a:t>
            </a:r>
          </a:p>
          <a:p>
            <a:pPr lvl="1"/>
            <a:r>
              <a:rPr lang="de-DE" dirty="0"/>
              <a:t>Security-Checks:</a:t>
            </a:r>
          </a:p>
          <a:p>
            <a:pPr lvl="2"/>
            <a:r>
              <a:rPr lang="de-DE" dirty="0" err="1"/>
              <a:t>Flag</a:t>
            </a:r>
            <a:r>
              <a:rPr lang="de-DE" dirty="0"/>
              <a:t> prüfen: </a:t>
            </a:r>
            <a:r>
              <a:rPr lang="de-DE" i="1" dirty="0" err="1"/>
              <a:t>check_txt_allowed</a:t>
            </a:r>
            <a:r>
              <a:rPr lang="de-DE" i="1" dirty="0"/>
              <a:t>()</a:t>
            </a:r>
          </a:p>
          <a:p>
            <a:pPr lvl="2"/>
            <a:r>
              <a:rPr lang="de-DE" dirty="0"/>
              <a:t>Zonenliste prüfen: </a:t>
            </a:r>
            <a:r>
              <a:rPr lang="de-DE" i="1" dirty="0" err="1"/>
              <a:t>check_txt_zone_allowed</a:t>
            </a:r>
            <a:r>
              <a:rPr lang="de-DE" i="1" dirty="0"/>
              <a:t>()</a:t>
            </a:r>
          </a:p>
          <a:p>
            <a:pPr lvl="1"/>
            <a:r>
              <a:rPr lang="de-DE" dirty="0"/>
              <a:t>Admin Funktionen erweitert durch </a:t>
            </a:r>
            <a:r>
              <a:rPr lang="de-DE" i="1" dirty="0" err="1"/>
              <a:t>txt_allowed</a:t>
            </a:r>
            <a:r>
              <a:rPr lang="de-DE" dirty="0"/>
              <a:t> &amp; </a:t>
            </a:r>
            <a:r>
              <a:rPr lang="de-DE" i="1" dirty="0" err="1"/>
              <a:t>txt_zones</a:t>
            </a:r>
            <a:endParaRPr lang="de-DE" i="1" dirty="0"/>
          </a:p>
          <a:p>
            <a:pPr marL="162000" lvl="2" indent="0">
              <a:buNone/>
            </a:pP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A2B9C24-3F4E-1EDE-6D9F-05D67096B4B1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E562023-F282-1E12-9BD3-42C672C761C0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24</a:t>
            </a:fld>
            <a:endParaRPr 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D5B438C-F8A9-D10A-142D-ACB86FB1D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Projekt 2 – TXT-Records (WIP)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8781B994-B866-11F7-9090-FAA6478BD5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0156" y="252330"/>
            <a:ext cx="2429214" cy="552527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622ABE5C-ED12-2897-7BF8-495BF085B4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3950" y="5476875"/>
            <a:ext cx="5653086" cy="904874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3E2D86D5-DEFF-A7B7-E2BD-25EF201AE5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3949" y="4410075"/>
            <a:ext cx="5653088" cy="2043292"/>
          </a:xfrm>
          <a:prstGeom prst="rect">
            <a:avLst/>
          </a:prstGeom>
        </p:spPr>
      </p:pic>
      <p:pic>
        <p:nvPicPr>
          <p:cNvPr id="30" name="Bildplatzhalter 29">
            <a:extLst>
              <a:ext uri="{FF2B5EF4-FFF2-40B4-BE49-F238E27FC236}">
                <a16:creationId xmlns:a16="http://schemas.microsoft.com/office/drawing/2014/main" id="{EDE79544-FBF2-71F1-03D0-D5D64BE3C74C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5"/>
          <a:srcRect t="1" r="-20" b="-29472"/>
          <a:stretch>
            <a:fillRect/>
          </a:stretch>
        </p:blipFill>
        <p:spPr bwMode="gray">
          <a:xfrm>
            <a:off x="6203950" y="1592262"/>
            <a:ext cx="5653088" cy="4789487"/>
          </a:xfrm>
          <a:prstGeom prst="rect">
            <a:avLst/>
          </a:prstGeom>
          <a:solidFill>
            <a:srgbClr val="BBBCBD"/>
          </a:solidFill>
        </p:spPr>
      </p:pic>
      <p:pic>
        <p:nvPicPr>
          <p:cNvPr id="32" name="Grafik 31">
            <a:extLst>
              <a:ext uri="{FF2B5EF4-FFF2-40B4-BE49-F238E27FC236}">
                <a16:creationId xmlns:a16="http://schemas.microsoft.com/office/drawing/2014/main" id="{AE805E21-D874-B292-0445-0E87CB69EB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3948" y="5114747"/>
            <a:ext cx="5653086" cy="1267002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B0B6F420-5353-64AD-46CF-49A9A96EE12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53562" y="6550092"/>
            <a:ext cx="1018249" cy="106822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2B4659BD-84A5-FD10-0579-12C9764FC67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53562" y="6524985"/>
            <a:ext cx="1018249" cy="168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658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C92FE-CA80-FDD8-6C78-8DB0C8742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BB750AA-222E-B63E-A8C2-E3CF5156731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de-DE" dirty="0"/>
              <a:t>Action</a:t>
            </a:r>
          </a:p>
          <a:p>
            <a:pPr lvl="1"/>
            <a:r>
              <a:rPr lang="de-DE" dirty="0"/>
              <a:t>TXT als erlaubten </a:t>
            </a:r>
            <a:r>
              <a:rPr lang="de-DE" dirty="0" err="1"/>
              <a:t>Record</a:t>
            </a:r>
            <a:r>
              <a:rPr lang="de-DE" dirty="0"/>
              <a:t>-Typen</a:t>
            </a:r>
          </a:p>
          <a:p>
            <a:pPr lvl="1"/>
            <a:r>
              <a:rPr lang="de-DE" dirty="0" err="1"/>
              <a:t>Regex</a:t>
            </a:r>
            <a:r>
              <a:rPr lang="de-DE" dirty="0"/>
              <a:t> für TXT-Werte (ACME, 255 Zeichen)</a:t>
            </a:r>
          </a:p>
          <a:p>
            <a:pPr lvl="1"/>
            <a:r>
              <a:rPr lang="de-DE" dirty="0" err="1"/>
              <a:t>Regex</a:t>
            </a:r>
            <a:r>
              <a:rPr lang="de-DE" dirty="0"/>
              <a:t> für Hostname</a:t>
            </a:r>
          </a:p>
          <a:p>
            <a:pPr marL="162000" lvl="2" indent="0">
              <a:buNone/>
            </a:pP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07972B9-AD45-790C-56D3-E5FA8DF0864C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7C29654-3A75-6022-A0BA-CAF3D0ABFE7F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25</a:t>
            </a:fld>
            <a:endParaRPr 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35D2F305-3C4E-159D-3567-CE4ED70CD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Projekt 2 – TXT-Records (WIP)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0A63901-5084-B5B0-CDB8-DF5846A137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0156" y="252330"/>
            <a:ext cx="2429214" cy="552527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F8022D9E-A356-F8E2-67F1-E9B52FC975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3950" y="6057854"/>
            <a:ext cx="5651941" cy="323895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5DF8CF7D-2547-C019-5199-91020057E1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3949" y="2691424"/>
            <a:ext cx="5651941" cy="3699627"/>
          </a:xfrm>
          <a:prstGeom prst="rect">
            <a:avLst/>
          </a:prstGeom>
        </p:spPr>
      </p:pic>
      <p:pic>
        <p:nvPicPr>
          <p:cNvPr id="26" name="Bildplatzhalter 25">
            <a:extLst>
              <a:ext uri="{FF2B5EF4-FFF2-40B4-BE49-F238E27FC236}">
                <a16:creationId xmlns:a16="http://schemas.microsoft.com/office/drawing/2014/main" id="{B00A5B21-5AB2-1AF5-7754-EB90ACB94AAB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5"/>
          <a:srcRect l="1" t="84" r="-21" b="-26810"/>
          <a:stretch>
            <a:fillRect/>
          </a:stretch>
        </p:blipFill>
        <p:spPr bwMode="gray">
          <a:xfrm>
            <a:off x="6203950" y="1592262"/>
            <a:ext cx="5653088" cy="4789487"/>
          </a:xfrm>
          <a:prstGeom prst="rect">
            <a:avLst/>
          </a:prstGeom>
          <a:solidFill>
            <a:srgbClr val="BBBCBD"/>
          </a:solidFill>
        </p:spPr>
      </p:pic>
      <p:pic>
        <p:nvPicPr>
          <p:cNvPr id="30" name="Grafik 29">
            <a:extLst>
              <a:ext uri="{FF2B5EF4-FFF2-40B4-BE49-F238E27FC236}">
                <a16:creationId xmlns:a16="http://schemas.microsoft.com/office/drawing/2014/main" id="{76397377-48CC-1684-CDD0-636FC314F4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5999" y="5295747"/>
            <a:ext cx="5823371" cy="1086002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9A68C990-7714-EE93-00C4-D4855AAD6DD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53562" y="6550092"/>
            <a:ext cx="1018249" cy="106822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8472CA1C-E778-A2A0-8082-B954EA8C11F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53562" y="6524985"/>
            <a:ext cx="1018249" cy="168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407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2BE1B-70DA-313C-49AF-E0C26A382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B90BB40-825A-770E-8308-87A955C1CA2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de-DE" dirty="0"/>
              <a:t>Action</a:t>
            </a:r>
          </a:p>
          <a:p>
            <a:pPr lvl="1"/>
            <a:r>
              <a:rPr lang="de-DE" dirty="0"/>
              <a:t>TXT-Berechtigungsblock</a:t>
            </a:r>
          </a:p>
          <a:p>
            <a:pPr lvl="1"/>
            <a:r>
              <a:rPr lang="de-DE" dirty="0"/>
              <a:t>Existenzcheck durch genauen TXT-Wert</a:t>
            </a:r>
          </a:p>
          <a:p>
            <a:pPr lvl="1"/>
            <a:r>
              <a:rPr lang="de-DE" dirty="0"/>
              <a:t>Neue Error-Messages</a:t>
            </a:r>
          </a:p>
          <a:p>
            <a:pPr marL="162000" lvl="2" indent="0">
              <a:buNone/>
            </a:pP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B244B64-4882-8A26-EF14-553D2964455B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D0345A6-DABD-619F-61F8-9FE97C407CA6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26</a:t>
            </a:fld>
            <a:endParaRPr 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85E0D2A7-C84E-22AD-CE93-AA40CA784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Projekt 2 – TXT-Records (WIP)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3F6359DF-1109-87C9-BC5E-F46BFC6391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0156" y="252330"/>
            <a:ext cx="2429214" cy="552527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418781A7-1B14-39A8-BC9E-B05C44D002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3950" y="5488281"/>
            <a:ext cx="5715420" cy="893467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D9E133DD-D22A-53C2-F7DB-0CE02B7239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9500" y="4372696"/>
            <a:ext cx="5759870" cy="2009052"/>
          </a:xfrm>
          <a:prstGeom prst="rect">
            <a:avLst/>
          </a:prstGeom>
        </p:spPr>
      </p:pic>
      <p:pic>
        <p:nvPicPr>
          <p:cNvPr id="24" name="Bildplatzhalter 23">
            <a:extLst>
              <a:ext uri="{FF2B5EF4-FFF2-40B4-BE49-F238E27FC236}">
                <a16:creationId xmlns:a16="http://schemas.microsoft.com/office/drawing/2014/main" id="{D97028C6-7FC4-259A-5359-845F10304582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5"/>
          <a:srcRect r="-20" b="-26493"/>
          <a:stretch>
            <a:fillRect/>
          </a:stretch>
        </p:blipFill>
        <p:spPr bwMode="gray">
          <a:xfrm>
            <a:off x="6203950" y="1592262"/>
            <a:ext cx="5653088" cy="4789487"/>
          </a:xfrm>
          <a:prstGeom prst="rect">
            <a:avLst/>
          </a:prstGeom>
          <a:solidFill>
            <a:srgbClr val="BBBCBD"/>
          </a:solidFill>
        </p:spPr>
      </p:pic>
      <p:pic>
        <p:nvPicPr>
          <p:cNvPr id="26" name="Grafik 25">
            <a:extLst>
              <a:ext uri="{FF2B5EF4-FFF2-40B4-BE49-F238E27FC236}">
                <a16:creationId xmlns:a16="http://schemas.microsoft.com/office/drawing/2014/main" id="{84C734B4-8F7D-C026-4AC6-5A488D1461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3950" y="5377222"/>
            <a:ext cx="5653086" cy="1004526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252E6D06-DD50-10B4-BF4A-99C60A9A981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53562" y="6550092"/>
            <a:ext cx="1018249" cy="106822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C69ADCA2-5604-9B28-9BE8-182AE1F0478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53562" y="6524985"/>
            <a:ext cx="1018249" cy="168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5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F8145-05B4-36C6-CEC9-0D8C0D99E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9DBC1A9-5AEE-AC0D-F6BD-DEFE9191FCF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de-DE" dirty="0" err="1"/>
              <a:t>Result</a:t>
            </a:r>
            <a:endParaRPr lang="de-DE" dirty="0"/>
          </a:p>
          <a:p>
            <a:pPr lvl="1"/>
            <a:r>
              <a:rPr lang="de-DE" dirty="0"/>
              <a:t>ACME-Clients können TXT-Records erstellen/ löschen über API</a:t>
            </a:r>
          </a:p>
          <a:p>
            <a:pPr lvl="1"/>
            <a:r>
              <a:rPr lang="de-DE" dirty="0"/>
              <a:t>Sicherheit durch Berechtigungsmodell:</a:t>
            </a:r>
          </a:p>
          <a:p>
            <a:pPr lvl="2"/>
            <a:r>
              <a:rPr lang="de-DE" dirty="0"/>
              <a:t>Authentifizierung (API-Key)</a:t>
            </a:r>
          </a:p>
          <a:p>
            <a:pPr lvl="2"/>
            <a:r>
              <a:rPr lang="de-DE" dirty="0" err="1"/>
              <a:t>txt_allowed</a:t>
            </a:r>
            <a:r>
              <a:rPr lang="de-DE" dirty="0"/>
              <a:t> </a:t>
            </a:r>
            <a:r>
              <a:rPr lang="de-DE" dirty="0" err="1"/>
              <a:t>flag</a:t>
            </a:r>
            <a:r>
              <a:rPr lang="de-DE" dirty="0"/>
              <a:t> pro User</a:t>
            </a:r>
          </a:p>
          <a:p>
            <a:pPr lvl="2"/>
            <a:r>
              <a:rPr lang="de-DE" dirty="0"/>
              <a:t>Zone-</a:t>
            </a:r>
            <a:r>
              <a:rPr lang="de-DE" dirty="0" err="1"/>
              <a:t>Allowlist</a:t>
            </a:r>
            <a:r>
              <a:rPr lang="de-DE" dirty="0"/>
              <a:t> pro User</a:t>
            </a:r>
          </a:p>
          <a:p>
            <a:pPr lvl="2"/>
            <a:r>
              <a:rPr lang="de-DE" dirty="0"/>
              <a:t>Per-User </a:t>
            </a:r>
            <a:r>
              <a:rPr lang="de-DE" dirty="0" err="1"/>
              <a:t>hostname</a:t>
            </a:r>
            <a:r>
              <a:rPr lang="de-DE" dirty="0"/>
              <a:t> </a:t>
            </a:r>
            <a:r>
              <a:rPr lang="de-DE" dirty="0" err="1"/>
              <a:t>regex</a:t>
            </a:r>
            <a:r>
              <a:rPr lang="de-DE" dirty="0"/>
              <a:t> </a:t>
            </a:r>
          </a:p>
          <a:p>
            <a:pPr marL="162000" lvl="2" indent="0">
              <a:buNone/>
            </a:pPr>
            <a:endParaRPr lang="de-DE" dirty="0"/>
          </a:p>
          <a:p>
            <a:pPr marL="162000" lvl="2" indent="0">
              <a:buNone/>
            </a:pP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4F7F2D0-FDC2-3459-891E-AD46A27B012B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B4730E8-E2FE-AE5D-8211-CBC0F6766FE8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27</a:t>
            </a:fld>
            <a:endParaRPr 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EDC8C5FF-2E82-E3D8-2FD7-C1E8DC6A2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Projekt 2 – TXT-Records (WIP)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F2EF2573-D8BF-E51D-2707-9DC54EC4AE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0156" y="252330"/>
            <a:ext cx="2429214" cy="552527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80F1D825-0FAF-0B62-3B30-E3939E0EB4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4718" y="5495925"/>
            <a:ext cx="5734652" cy="885824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17982698-202F-721E-B6F6-CCAD7C602D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4718" y="4747767"/>
            <a:ext cx="5734652" cy="1633982"/>
          </a:xfrm>
          <a:prstGeom prst="rect">
            <a:avLst/>
          </a:prstGeom>
        </p:spPr>
      </p:pic>
      <p:pic>
        <p:nvPicPr>
          <p:cNvPr id="24" name="Bildplatzhalter 23">
            <a:extLst>
              <a:ext uri="{FF2B5EF4-FFF2-40B4-BE49-F238E27FC236}">
                <a16:creationId xmlns:a16="http://schemas.microsoft.com/office/drawing/2014/main" id="{AC7C82BE-BCBF-D4D0-8B1F-4CC6785E70FF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5"/>
          <a:srcRect l="-18" t="-1" r="263" b="-76183"/>
          <a:stretch>
            <a:fillRect/>
          </a:stretch>
        </p:blipFill>
        <p:spPr bwMode="gray">
          <a:xfrm>
            <a:off x="6203950" y="1592262"/>
            <a:ext cx="5653088" cy="4789487"/>
          </a:xfrm>
          <a:prstGeom prst="rect">
            <a:avLst/>
          </a:prstGeom>
          <a:solidFill>
            <a:srgbClr val="BBBCBD"/>
          </a:solidFill>
        </p:spPr>
      </p:pic>
      <p:pic>
        <p:nvPicPr>
          <p:cNvPr id="26" name="Grafik 25">
            <a:extLst>
              <a:ext uri="{FF2B5EF4-FFF2-40B4-BE49-F238E27FC236}">
                <a16:creationId xmlns:a16="http://schemas.microsoft.com/office/drawing/2014/main" id="{7B6B6517-84C8-7F58-6989-99E9CE1186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1618" y="4275519"/>
            <a:ext cx="5715418" cy="2106230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E4F2826E-0E2D-BB5D-C457-B4C646081E2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53562" y="6550092"/>
            <a:ext cx="1018249" cy="106822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37BCDF84-6253-4558-B740-F6CD484164E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53562" y="6524985"/>
            <a:ext cx="1018249" cy="168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889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7DBA8-D034-EA8F-2A52-BF3C021B3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A21AF90-F551-6BB2-EC6B-58FF341A6AF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de-DE" dirty="0" err="1"/>
              <a:t>Result</a:t>
            </a:r>
            <a:endParaRPr lang="de-DE" dirty="0"/>
          </a:p>
          <a:p>
            <a:pPr lvl="1"/>
            <a:r>
              <a:rPr lang="de-DE" dirty="0"/>
              <a:t>Wartbarkeit da bestehende </a:t>
            </a:r>
            <a:r>
              <a:rPr lang="de-DE" dirty="0" err="1"/>
              <a:t>Architktur</a:t>
            </a:r>
            <a:r>
              <a:rPr lang="de-DE" dirty="0"/>
              <a:t>-Muster verwendet wurden</a:t>
            </a:r>
          </a:p>
          <a:p>
            <a:pPr lvl="1"/>
            <a:r>
              <a:rPr lang="de-DE" dirty="0"/>
              <a:t>Betriebssicherheit durch Doppel-</a:t>
            </a:r>
            <a:r>
              <a:rPr lang="de-DE" dirty="0" err="1"/>
              <a:t>Logging</a:t>
            </a:r>
            <a:r>
              <a:rPr lang="de-DE" dirty="0"/>
              <a:t> durch Datei &amp; DB</a:t>
            </a:r>
          </a:p>
          <a:p>
            <a:pPr lvl="1"/>
            <a:r>
              <a:rPr lang="de-DE" dirty="0"/>
              <a:t>Noch </a:t>
            </a:r>
            <a:r>
              <a:rPr lang="de-DE" dirty="0" err="1"/>
              <a:t>work</a:t>
            </a:r>
            <a:r>
              <a:rPr lang="de-DE" dirty="0"/>
              <a:t> in </a:t>
            </a:r>
            <a:r>
              <a:rPr lang="de-DE" dirty="0" err="1"/>
              <a:t>progress</a:t>
            </a:r>
            <a:endParaRPr lang="de-DE" dirty="0"/>
          </a:p>
          <a:p>
            <a:pPr marL="162000" lvl="2" indent="0">
              <a:buNone/>
            </a:pPr>
            <a:endParaRPr lang="de-DE" dirty="0"/>
          </a:p>
          <a:p>
            <a:pPr marL="162000" lvl="2" indent="0">
              <a:buNone/>
            </a:pP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6A51278-0CE0-1085-F899-C43CA177858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0C2D496-90FE-E5E8-A715-991AC8253B7C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28</a:t>
            </a:fld>
            <a:endParaRPr 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9FE08CCD-51C7-6B07-7EAB-BEE3527AF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Projekt 2 – TXT-Records (WIP)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5082E5A1-8137-D50B-B19B-3E2B3E0AF3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0156" y="252330"/>
            <a:ext cx="2429214" cy="552527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77292964-A904-B74B-7423-000C4E7EA2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3950" y="4771505"/>
            <a:ext cx="5715420" cy="1610244"/>
          </a:xfrm>
          <a:prstGeom prst="rect">
            <a:avLst/>
          </a:prstGeom>
        </p:spPr>
      </p:pic>
      <p:pic>
        <p:nvPicPr>
          <p:cNvPr id="24" name="Bildplatzhalter 23">
            <a:extLst>
              <a:ext uri="{FF2B5EF4-FFF2-40B4-BE49-F238E27FC236}">
                <a16:creationId xmlns:a16="http://schemas.microsoft.com/office/drawing/2014/main" id="{63BD4481-6F9A-D3AD-C0FE-C81E50E08308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4"/>
          <a:srcRect r="11168" b="4467"/>
          <a:stretch>
            <a:fillRect/>
          </a:stretch>
        </p:blipFill>
        <p:spPr bwMode="gray">
          <a:xfrm>
            <a:off x="6203950" y="1592262"/>
            <a:ext cx="5653088" cy="4789487"/>
          </a:xfrm>
          <a:prstGeom prst="rect">
            <a:avLst/>
          </a:prstGeom>
          <a:solidFill>
            <a:srgbClr val="BBBCBD"/>
          </a:solidFill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81189EE6-49AA-93B0-A49A-934F9EAC0F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53562" y="6550092"/>
            <a:ext cx="1018249" cy="106822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057C1F6B-6AB6-E6CE-FA46-8230ED7069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53562" y="6524985"/>
            <a:ext cx="1018249" cy="168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649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2362D9C0-E4F9-AF7B-D3AB-1EEEE07BA1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84236"/>
            <a:ext cx="12192000" cy="6073764"/>
          </a:xfrm>
          <a:prstGeom prst="rect">
            <a:avLst/>
          </a:prstGeom>
        </p:spPr>
      </p:pic>
      <p:sp>
        <p:nvSpPr>
          <p:cNvPr id="10" name="Rechteck 9">
            <a:extLst>
              <a:ext uri="{FF2B5EF4-FFF2-40B4-BE49-F238E27FC236}">
                <a16:creationId xmlns:a16="http://schemas.microsoft.com/office/drawing/2014/main" id="{0C410EA0-E3E6-3C87-C981-6FD15842DEEA}"/>
              </a:ext>
            </a:extLst>
          </p:cNvPr>
          <p:cNvSpPr/>
          <p:nvPr/>
        </p:nvSpPr>
        <p:spPr bwMode="gray">
          <a:xfrm>
            <a:off x="2733675" y="1881188"/>
            <a:ext cx="3362325" cy="7858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dirty="0">
              <a:solidFill>
                <a:schemeClr val="tx2"/>
              </a:solidFill>
            </a:endParaRP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A34AE795-EB0B-A590-BF1C-1B019AD0CB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3562" y="147605"/>
            <a:ext cx="1619476" cy="466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814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9E785-E4C9-CBAD-C308-035E78F6E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E8C5B6A-01D3-3BB6-7714-AFADF66DF89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de-DE" dirty="0"/>
              <a:t>Situation</a:t>
            </a:r>
          </a:p>
          <a:p>
            <a:pPr lvl="1"/>
            <a:r>
              <a:rPr lang="de-DE" dirty="0"/>
              <a:t>Mitarbeiter müssen Passwort von </a:t>
            </a:r>
            <a:r>
              <a:rPr lang="de-DE" dirty="0" err="1"/>
              <a:t>heraeusprod</a:t>
            </a:r>
            <a:r>
              <a:rPr lang="de-DE" dirty="0"/>
              <a:t>-Accounts regelmäßig ändern</a:t>
            </a:r>
          </a:p>
          <a:p>
            <a:pPr lvl="1"/>
            <a:r>
              <a:rPr lang="de-DE" dirty="0"/>
              <a:t>Aktuell: Läuft manuell über Tickets, welche per Hand bearbeitet werden im AD</a:t>
            </a:r>
          </a:p>
          <a:p>
            <a:pPr lvl="1"/>
            <a:r>
              <a:rPr lang="de-DE" dirty="0"/>
              <a:t>Gebraucht wird eine zentrale </a:t>
            </a:r>
            <a:r>
              <a:rPr lang="de-DE" dirty="0" err="1"/>
              <a:t>WebApp</a:t>
            </a:r>
            <a:r>
              <a:rPr lang="de-DE" dirty="0"/>
              <a:t> zur Passwortänderung</a:t>
            </a:r>
          </a:p>
          <a:p>
            <a:pPr marL="162000" lvl="2" indent="0">
              <a:buNone/>
            </a:pPr>
            <a:endParaRPr lang="de-DE" dirty="0"/>
          </a:p>
          <a:p>
            <a:pPr marL="162000" lvl="2" indent="0">
              <a:buNone/>
            </a:pP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803ABAD-AB2C-53D2-B36F-DD7B1EFFC9C5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8A22E9D-4357-1EDD-223D-F5ACEA18D198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30</a:t>
            </a:fld>
            <a:endParaRPr 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CEEBD375-7323-7E72-0BC8-68923BAC1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Projekt 3 – </a:t>
            </a:r>
            <a:r>
              <a:rPr lang="de-DE" dirty="0" err="1"/>
              <a:t>Pw</a:t>
            </a:r>
            <a:r>
              <a:rPr lang="de-DE" dirty="0"/>
              <a:t>-change </a:t>
            </a:r>
            <a:r>
              <a:rPr lang="de-DE" dirty="0" err="1"/>
              <a:t>webapp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5014BAC8-9DAF-61AB-7F37-2295FCAAB8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0156" y="252330"/>
            <a:ext cx="2429214" cy="552527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BAA7F6CC-9B0A-4563-25C1-9593C802F5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3562" y="6550092"/>
            <a:ext cx="1018249" cy="106822"/>
          </a:xfrm>
          <a:prstGeom prst="rect">
            <a:avLst/>
          </a:prstGeom>
        </p:spPr>
      </p:pic>
      <p:pic>
        <p:nvPicPr>
          <p:cNvPr id="16" name="Bildplatzhalter 15">
            <a:extLst>
              <a:ext uri="{FF2B5EF4-FFF2-40B4-BE49-F238E27FC236}">
                <a16:creationId xmlns:a16="http://schemas.microsoft.com/office/drawing/2014/main" id="{53B87153-A600-63BD-4293-6C03016BD138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4"/>
          <a:srcRect l="3119" r="1057" b="-17647"/>
          <a:stretch>
            <a:fillRect/>
          </a:stretch>
        </p:blipFill>
        <p:spPr bwMode="gray">
          <a:xfrm>
            <a:off x="6203950" y="1592262"/>
            <a:ext cx="5653088" cy="4789487"/>
          </a:xfrm>
          <a:prstGeom prst="rect">
            <a:avLst/>
          </a:prstGeom>
          <a:solidFill>
            <a:srgbClr val="BBBCBD"/>
          </a:solidFill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7ABA4CCB-4B59-290D-E279-A7B5D75069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9781" y="5648222"/>
            <a:ext cx="6153328" cy="871237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39E764A8-BF23-A484-213F-EFC96E7670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3562" y="6524985"/>
            <a:ext cx="1018249" cy="168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233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9F13D-420D-7201-D858-BDFF079A6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5F37828-42E1-7A45-BE3F-611F1D56ED7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de-DE" dirty="0"/>
              <a:t>Task</a:t>
            </a:r>
          </a:p>
          <a:p>
            <a:pPr lvl="1"/>
            <a:r>
              <a:rPr lang="de-DE" dirty="0"/>
              <a:t>Entwicklung einer </a:t>
            </a:r>
            <a:r>
              <a:rPr lang="de-DE" dirty="0" err="1"/>
              <a:t>WebApp</a:t>
            </a:r>
            <a:r>
              <a:rPr lang="de-DE" dirty="0"/>
              <a:t> mit folgenden Anforderungen:</a:t>
            </a:r>
          </a:p>
          <a:p>
            <a:pPr lvl="2"/>
            <a:r>
              <a:rPr lang="de-DE" dirty="0"/>
              <a:t>User können AD-Passwort über zentrales Formular ändern</a:t>
            </a:r>
          </a:p>
          <a:p>
            <a:pPr lvl="2"/>
            <a:r>
              <a:rPr lang="de-DE" dirty="0"/>
              <a:t>Sicherheit durch LDAPS, Rate-</a:t>
            </a:r>
            <a:r>
              <a:rPr lang="de-DE" dirty="0" err="1"/>
              <a:t>Limiting</a:t>
            </a:r>
            <a:r>
              <a:rPr lang="de-DE" dirty="0"/>
              <a:t> gegen Brute-Force Attacken &amp; CSRF Tokens</a:t>
            </a:r>
          </a:p>
          <a:p>
            <a:pPr lvl="2"/>
            <a:r>
              <a:rPr lang="de-DE" dirty="0" err="1"/>
              <a:t>Logging</a:t>
            </a:r>
            <a:r>
              <a:rPr lang="de-DE" dirty="0"/>
              <a:t> &amp; Audit </a:t>
            </a:r>
          </a:p>
          <a:p>
            <a:pPr lvl="2"/>
            <a:r>
              <a:rPr lang="de-DE" dirty="0"/>
              <a:t>Benutzerfreundlichkeit durch Passwort Generator, welcher </a:t>
            </a:r>
            <a:r>
              <a:rPr lang="de-DE" dirty="0" err="1"/>
              <a:t>Policies</a:t>
            </a:r>
            <a:r>
              <a:rPr lang="de-DE" dirty="0"/>
              <a:t> einhält</a:t>
            </a:r>
          </a:p>
          <a:p>
            <a:pPr lvl="2"/>
            <a:r>
              <a:rPr lang="de-DE" dirty="0"/>
              <a:t>Skalierbarkeit: ASP.NET Core für Enterprise-Standard</a:t>
            </a:r>
          </a:p>
          <a:p>
            <a:pPr marL="162000" lvl="2" indent="0">
              <a:buNone/>
            </a:pPr>
            <a:endParaRPr lang="de-DE" dirty="0"/>
          </a:p>
          <a:p>
            <a:pPr marL="162000" lvl="2" indent="0">
              <a:buNone/>
            </a:pP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1425FC1-04E4-06AD-BC2C-C9BACC18794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A26CC84-9FD4-93C3-61C0-84D1CCF446FC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31</a:t>
            </a:fld>
            <a:endParaRPr 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2EBAEAD4-411A-4794-169C-D37BF9A80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Projekt 3 – </a:t>
            </a:r>
            <a:r>
              <a:rPr lang="de-DE" dirty="0" err="1"/>
              <a:t>Pw</a:t>
            </a:r>
            <a:r>
              <a:rPr lang="de-DE" dirty="0"/>
              <a:t>-change </a:t>
            </a:r>
            <a:r>
              <a:rPr lang="de-DE" dirty="0" err="1"/>
              <a:t>webapp</a:t>
            </a:r>
            <a:endParaRPr lang="de-DE" dirty="0" err="1">
              <a:cs typeface="Arial"/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A0E3984A-E6E6-31D4-1882-CC609DE422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3562" y="147605"/>
            <a:ext cx="1619476" cy="46679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7FCE5EED-A85A-12A5-22B4-7300169877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3562" y="6550092"/>
            <a:ext cx="1018249" cy="106822"/>
          </a:xfrm>
          <a:prstGeom prst="rect">
            <a:avLst/>
          </a:prstGeom>
        </p:spPr>
      </p:pic>
      <p:pic>
        <p:nvPicPr>
          <p:cNvPr id="18" name="Bildplatzhalter 17">
            <a:extLst>
              <a:ext uri="{FF2B5EF4-FFF2-40B4-BE49-F238E27FC236}">
                <a16:creationId xmlns:a16="http://schemas.microsoft.com/office/drawing/2014/main" id="{A49B5904-E85B-74B7-68C0-D699D3B53341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75" t="14945" r="19471" b="-14945"/>
          <a:stretch>
            <a:fillRect/>
          </a:stretch>
        </p:blipFill>
        <p:spPr bwMode="gray">
          <a:xfrm>
            <a:off x="6203950" y="1592262"/>
            <a:ext cx="5653088" cy="4789487"/>
          </a:xfrm>
          <a:prstGeom prst="rect">
            <a:avLst/>
          </a:prstGeom>
          <a:solidFill>
            <a:srgbClr val="BBBCBD"/>
          </a:solidFill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819CCE6D-4DD8-6DC4-4919-9B44097812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5581650"/>
            <a:ext cx="5871204" cy="800099"/>
          </a:xfrm>
          <a:prstGeom prst="rect">
            <a:avLst/>
          </a:prstGeom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28425608-194F-71C9-2F6A-B9BE2B0E90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3562" y="6524985"/>
            <a:ext cx="1018249" cy="168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942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00AF86-346B-9299-B4A7-461A03FD4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D0A564D-11DD-1ED5-11AF-77D6A20A821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de-DE" dirty="0"/>
              <a:t>Action</a:t>
            </a:r>
          </a:p>
          <a:p>
            <a:pPr lvl="1"/>
            <a:r>
              <a:rPr lang="de-DE" dirty="0"/>
              <a:t>Backend</a:t>
            </a:r>
          </a:p>
          <a:p>
            <a:pPr lvl="2"/>
            <a:r>
              <a:rPr lang="de-DE" dirty="0" err="1"/>
              <a:t>Dependency</a:t>
            </a:r>
            <a:r>
              <a:rPr lang="de-DE" dirty="0"/>
              <a:t> </a:t>
            </a:r>
            <a:r>
              <a:rPr lang="de-DE" dirty="0" err="1"/>
              <a:t>Injection</a:t>
            </a:r>
            <a:r>
              <a:rPr lang="de-DE" dirty="0"/>
              <a:t> für AD-Service</a:t>
            </a:r>
          </a:p>
          <a:p>
            <a:pPr lvl="2"/>
            <a:r>
              <a:rPr lang="de-DE" dirty="0"/>
              <a:t>Rate-</a:t>
            </a:r>
            <a:r>
              <a:rPr lang="de-DE" dirty="0" err="1"/>
              <a:t>Limiting</a:t>
            </a:r>
            <a:r>
              <a:rPr lang="de-DE" dirty="0"/>
              <a:t> mit </a:t>
            </a:r>
            <a:r>
              <a:rPr lang="de-DE" dirty="0" err="1"/>
              <a:t>fixed</a:t>
            </a:r>
            <a:r>
              <a:rPr lang="de-DE" dirty="0"/>
              <a:t> </a:t>
            </a:r>
            <a:r>
              <a:rPr lang="de-DE" dirty="0" err="1"/>
              <a:t>Window</a:t>
            </a:r>
            <a:r>
              <a:rPr lang="de-DE" dirty="0"/>
              <a:t> (20/h pro IP &amp; global 30 User/h)</a:t>
            </a:r>
          </a:p>
          <a:p>
            <a:pPr lvl="2"/>
            <a:r>
              <a:rPr lang="de-DE" dirty="0"/>
              <a:t>Konfiguration über </a:t>
            </a:r>
            <a:r>
              <a:rPr lang="de-DE" dirty="0" err="1"/>
              <a:t>appsettings</a:t>
            </a:r>
            <a:endParaRPr lang="de-DE" dirty="0"/>
          </a:p>
          <a:p>
            <a:pPr marL="162000" lvl="2" indent="0">
              <a:buNone/>
            </a:pPr>
            <a:endParaRPr lang="de-DE" dirty="0"/>
          </a:p>
          <a:p>
            <a:pPr marL="162000" lvl="2" indent="0">
              <a:buNone/>
            </a:pP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6D122C1-C4A0-5C0E-314F-DC86152FFE25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2E992D0-DACB-26FA-975A-183071C8349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32</a:t>
            </a:fld>
            <a:endParaRPr 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D5F41D66-FB7B-E7AA-8570-DFDD53DB7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Projekt 3 – </a:t>
            </a:r>
            <a:r>
              <a:rPr lang="de-DE" dirty="0" err="1"/>
              <a:t>Pw</a:t>
            </a:r>
            <a:r>
              <a:rPr lang="de-DE" dirty="0"/>
              <a:t>-change </a:t>
            </a:r>
            <a:r>
              <a:rPr lang="de-DE" dirty="0" err="1"/>
              <a:t>webapp</a:t>
            </a:r>
            <a:endParaRPr lang="de-DE" dirty="0" err="1">
              <a:cs typeface="Arial"/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5E71875C-4A58-03DD-B049-B72AE049A1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3562" y="147605"/>
            <a:ext cx="1619476" cy="46679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3C979697-553D-C454-EA25-EA9988B962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3562" y="6550092"/>
            <a:ext cx="1018249" cy="106822"/>
          </a:xfrm>
          <a:prstGeom prst="rect">
            <a:avLst/>
          </a:prstGeom>
        </p:spPr>
      </p:pic>
      <p:pic>
        <p:nvPicPr>
          <p:cNvPr id="11" name="Bildplatzhalter 10">
            <a:extLst>
              <a:ext uri="{FF2B5EF4-FFF2-40B4-BE49-F238E27FC236}">
                <a16:creationId xmlns:a16="http://schemas.microsoft.com/office/drawing/2014/main" id="{D8D8A81A-0565-612E-12B1-02BC89BD55D0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l="-21" r="-2691" b="178"/>
          <a:stretch>
            <a:fillRect/>
          </a:stretch>
        </p:blipFill>
        <p:spPr bwMode="gray">
          <a:xfrm>
            <a:off x="6203950" y="1592262"/>
            <a:ext cx="5653088" cy="4789487"/>
          </a:xfrm>
          <a:prstGeom prst="rect">
            <a:avLst/>
          </a:prstGeom>
          <a:solidFill>
            <a:srgbClr val="BBBCBD"/>
          </a:solidFill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2D170DFF-40A7-5750-A265-4B20B319F0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62357" y="1556111"/>
            <a:ext cx="244305" cy="4825638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02B65153-358F-C5D4-F335-4C4D101C87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3562" y="6524985"/>
            <a:ext cx="1018249" cy="168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039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68EBE-3006-0664-F5EB-C258A79D1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9B16958-E27F-C674-E013-8D45AF63576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de-DE" dirty="0"/>
              <a:t>Action</a:t>
            </a:r>
          </a:p>
          <a:p>
            <a:pPr lvl="1"/>
            <a:r>
              <a:rPr lang="de-DE" dirty="0"/>
              <a:t>Backend</a:t>
            </a:r>
          </a:p>
          <a:p>
            <a:pPr lvl="2"/>
            <a:r>
              <a:rPr lang="de-DE" dirty="0" err="1"/>
              <a:t>Dependency</a:t>
            </a:r>
            <a:r>
              <a:rPr lang="de-DE" dirty="0"/>
              <a:t> </a:t>
            </a:r>
            <a:r>
              <a:rPr lang="de-DE" dirty="0" err="1"/>
              <a:t>Injection</a:t>
            </a:r>
            <a:r>
              <a:rPr lang="de-DE" dirty="0"/>
              <a:t> für AD-Service</a:t>
            </a:r>
          </a:p>
          <a:p>
            <a:pPr lvl="2"/>
            <a:r>
              <a:rPr lang="de-DE" dirty="0"/>
              <a:t>Rate-</a:t>
            </a:r>
            <a:r>
              <a:rPr lang="de-DE" dirty="0" err="1"/>
              <a:t>Limiting</a:t>
            </a:r>
            <a:r>
              <a:rPr lang="de-DE" dirty="0"/>
              <a:t> mit </a:t>
            </a:r>
            <a:r>
              <a:rPr lang="de-DE" dirty="0" err="1"/>
              <a:t>fixed</a:t>
            </a:r>
            <a:r>
              <a:rPr lang="de-DE" dirty="0"/>
              <a:t> </a:t>
            </a:r>
            <a:r>
              <a:rPr lang="de-DE" dirty="0" err="1"/>
              <a:t>Window</a:t>
            </a:r>
            <a:r>
              <a:rPr lang="de-DE" dirty="0"/>
              <a:t> (20/h pro IP &amp; global 30 User/h)</a:t>
            </a:r>
          </a:p>
          <a:p>
            <a:pPr lvl="2"/>
            <a:r>
              <a:rPr lang="de-DE" dirty="0"/>
              <a:t>Konfiguration über </a:t>
            </a:r>
            <a:r>
              <a:rPr lang="de-DE" dirty="0" err="1"/>
              <a:t>appsettings</a:t>
            </a:r>
            <a:endParaRPr lang="de-DE" dirty="0"/>
          </a:p>
          <a:p>
            <a:pPr marL="162000" lvl="2" indent="0">
              <a:buNone/>
            </a:pPr>
            <a:endParaRPr lang="de-DE" dirty="0"/>
          </a:p>
          <a:p>
            <a:pPr marL="162000" lvl="2" indent="0">
              <a:buNone/>
            </a:pP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8B3CE16-A55E-EC38-0674-A8182C023173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E15E363-209B-2279-FC61-39EA0134E9A4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33</a:t>
            </a:fld>
            <a:endParaRPr 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1DA3A360-A02D-B782-D1AE-FF823FBFF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Projekt 3 – </a:t>
            </a:r>
            <a:r>
              <a:rPr lang="de-DE" dirty="0" err="1"/>
              <a:t>Pw</a:t>
            </a:r>
            <a:r>
              <a:rPr lang="de-DE" dirty="0"/>
              <a:t>-change </a:t>
            </a:r>
            <a:r>
              <a:rPr lang="de-DE" dirty="0" err="1"/>
              <a:t>webapp</a:t>
            </a:r>
            <a:endParaRPr lang="de-DE" dirty="0" err="1">
              <a:cs typeface="Arial"/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C87C4C7D-79EA-EC99-B8D0-2723F44161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3562" y="147605"/>
            <a:ext cx="1619476" cy="46679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F08A8A89-4E75-84B1-D39C-19546EDC5E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3562" y="6550092"/>
            <a:ext cx="1018249" cy="106822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23B15F5A-7996-86A5-1493-E577D0BE53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62357" y="1556111"/>
            <a:ext cx="244305" cy="4825638"/>
          </a:xfrm>
          <a:prstGeom prst="rect">
            <a:avLst/>
          </a:prstGeom>
        </p:spPr>
      </p:pic>
      <p:pic>
        <p:nvPicPr>
          <p:cNvPr id="10" name="Bildplatzhalter 9">
            <a:extLst>
              <a:ext uri="{FF2B5EF4-FFF2-40B4-BE49-F238E27FC236}">
                <a16:creationId xmlns:a16="http://schemas.microsoft.com/office/drawing/2014/main" id="{BB44F693-D389-5795-1CBB-180B6C768C4F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4"/>
          <a:srcRect l="1311" t="1" r="-3520" b="859"/>
          <a:stretch>
            <a:fillRect/>
          </a:stretch>
        </p:blipFill>
        <p:spPr bwMode="gray">
          <a:xfrm>
            <a:off x="6203950" y="1592262"/>
            <a:ext cx="5653088" cy="4789487"/>
          </a:xfrm>
          <a:prstGeom prst="rect">
            <a:avLst/>
          </a:prstGeom>
          <a:solidFill>
            <a:srgbClr val="BBBCBD"/>
          </a:solidFill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F31D3DE8-49D6-1D30-46CD-DE94A573C2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7545" y="1592262"/>
            <a:ext cx="244305" cy="4825638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E90967D7-2A2C-09B3-E8FA-60655E7EE8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3562" y="6524985"/>
            <a:ext cx="1018249" cy="168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7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E33501-D689-0D2E-1955-19A5DCF54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35FBE31-1058-C410-91E1-BA803969AFF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de-DE" dirty="0"/>
              <a:t>Action</a:t>
            </a:r>
          </a:p>
          <a:p>
            <a:pPr lvl="1"/>
            <a:r>
              <a:rPr lang="de-DE" dirty="0"/>
              <a:t>Controller</a:t>
            </a:r>
          </a:p>
          <a:p>
            <a:pPr lvl="2"/>
            <a:r>
              <a:rPr lang="de-DE" dirty="0"/>
              <a:t>GET /Password/ </a:t>
            </a:r>
            <a:r>
              <a:rPr lang="de-DE" dirty="0">
                <a:sym typeface="Wingdings" panose="05000000000000000000" pitchFamily="2" charset="2"/>
              </a:rPr>
              <a:t> Formular anzeigen</a:t>
            </a:r>
          </a:p>
          <a:p>
            <a:pPr lvl="2"/>
            <a:r>
              <a:rPr lang="de-DE" dirty="0">
                <a:sym typeface="Wingdings" panose="05000000000000000000" pitchFamily="2" charset="2"/>
              </a:rPr>
              <a:t>POST /Password/Change  Validierung  AD-Update</a:t>
            </a:r>
          </a:p>
          <a:p>
            <a:pPr lvl="1"/>
            <a:r>
              <a:rPr lang="de-DE" dirty="0">
                <a:sym typeface="Wingdings" panose="05000000000000000000" pitchFamily="2" charset="2"/>
              </a:rPr>
              <a:t>Services</a:t>
            </a:r>
          </a:p>
          <a:p>
            <a:pPr lvl="2"/>
            <a:r>
              <a:rPr lang="de-DE" dirty="0">
                <a:sym typeface="Wingdings" panose="05000000000000000000" pitchFamily="2" charset="2"/>
              </a:rPr>
              <a:t>LDAPS-Verbindung mit TLS</a:t>
            </a:r>
          </a:p>
          <a:p>
            <a:pPr lvl="2"/>
            <a:r>
              <a:rPr lang="de-DE" dirty="0">
                <a:sym typeface="Wingdings" panose="05000000000000000000" pitchFamily="2" charset="2"/>
              </a:rPr>
              <a:t>Service Account für AD-Authentifizierung</a:t>
            </a:r>
          </a:p>
          <a:p>
            <a:pPr lvl="2"/>
            <a:r>
              <a:rPr lang="de-DE" dirty="0" err="1">
                <a:sym typeface="Wingdings" panose="05000000000000000000" pitchFamily="2" charset="2"/>
              </a:rPr>
              <a:t>Exception</a:t>
            </a:r>
            <a:r>
              <a:rPr lang="de-DE" dirty="0">
                <a:sym typeface="Wingdings" panose="05000000000000000000" pitchFamily="2" charset="2"/>
              </a:rPr>
              <a:t>-Handling &amp; </a:t>
            </a:r>
            <a:r>
              <a:rPr lang="de-DE" dirty="0" err="1">
                <a:sym typeface="Wingdings" panose="05000000000000000000" pitchFamily="2" charset="2"/>
              </a:rPr>
              <a:t>Logging</a:t>
            </a:r>
            <a:endParaRPr lang="de-DE" dirty="0"/>
          </a:p>
          <a:p>
            <a:pPr marL="162000" lvl="2" indent="0">
              <a:buNone/>
            </a:pPr>
            <a:endParaRPr lang="de-DE" dirty="0"/>
          </a:p>
          <a:p>
            <a:pPr marL="162000" lvl="2" indent="0">
              <a:buNone/>
            </a:pP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C9417CB-CA57-1574-2728-5CEC7726A918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382FBB6-7D00-0751-D4F2-DCBF7CA83C23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34</a:t>
            </a:fld>
            <a:endParaRPr 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2B8ECDB8-4759-8181-B450-8472216D6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Projekt 3 – </a:t>
            </a:r>
            <a:r>
              <a:rPr lang="de-DE" dirty="0" err="1"/>
              <a:t>Pw</a:t>
            </a:r>
            <a:r>
              <a:rPr lang="de-DE" dirty="0"/>
              <a:t>-change </a:t>
            </a:r>
            <a:r>
              <a:rPr lang="de-DE" dirty="0" err="1"/>
              <a:t>webapp</a:t>
            </a:r>
            <a:endParaRPr lang="de-DE" dirty="0" err="1">
              <a:cs typeface="Arial"/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462D0BDB-F8EF-2786-0E0B-C9113EA4F4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3562" y="147605"/>
            <a:ext cx="1619476" cy="46679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431D28EF-8572-BFF7-28DB-F843A6C9DA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3562" y="6550092"/>
            <a:ext cx="1018249" cy="106822"/>
          </a:xfrm>
          <a:prstGeom prst="rect">
            <a:avLst/>
          </a:prstGeom>
        </p:spPr>
      </p:pic>
      <p:pic>
        <p:nvPicPr>
          <p:cNvPr id="11" name="Bildplatzhalter 10">
            <a:extLst>
              <a:ext uri="{FF2B5EF4-FFF2-40B4-BE49-F238E27FC236}">
                <a16:creationId xmlns:a16="http://schemas.microsoft.com/office/drawing/2014/main" id="{8B47AF53-219E-EB25-BF11-738E8E056665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l="-20" t="-2" r="737" b="-14012"/>
          <a:stretch>
            <a:fillRect/>
          </a:stretch>
        </p:blipFill>
        <p:spPr bwMode="gray">
          <a:xfrm>
            <a:off x="6203950" y="1592262"/>
            <a:ext cx="5653088" cy="4789487"/>
          </a:xfrm>
          <a:prstGeom prst="rect">
            <a:avLst/>
          </a:prstGeom>
          <a:solidFill>
            <a:srgbClr val="BBBCBD"/>
          </a:solidFill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3619203A-A38B-D965-FF48-7B2AA91BEC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3760" y="5787341"/>
            <a:ext cx="7123276" cy="594407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15C1A777-2099-37CA-1B79-0E641F2D49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3562" y="6524985"/>
            <a:ext cx="1018249" cy="168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297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7E358-595E-F91C-FA82-E8604FDA7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2600DAF-89AB-BB55-0EFE-F00FE753A2D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de-DE" dirty="0"/>
              <a:t>Action</a:t>
            </a:r>
          </a:p>
          <a:p>
            <a:pPr lvl="1"/>
            <a:r>
              <a:rPr lang="de-DE" dirty="0"/>
              <a:t>Controller</a:t>
            </a:r>
          </a:p>
          <a:p>
            <a:pPr lvl="2"/>
            <a:r>
              <a:rPr lang="de-DE" dirty="0"/>
              <a:t>GET /Password/ </a:t>
            </a:r>
            <a:r>
              <a:rPr lang="de-DE" dirty="0">
                <a:sym typeface="Wingdings" panose="05000000000000000000" pitchFamily="2" charset="2"/>
              </a:rPr>
              <a:t> Formular anzeigen</a:t>
            </a:r>
          </a:p>
          <a:p>
            <a:pPr lvl="2"/>
            <a:r>
              <a:rPr lang="de-DE" dirty="0">
                <a:sym typeface="Wingdings" panose="05000000000000000000" pitchFamily="2" charset="2"/>
              </a:rPr>
              <a:t>POST /Password/Change  Validierung  AD-Update</a:t>
            </a:r>
          </a:p>
          <a:p>
            <a:pPr lvl="1"/>
            <a:r>
              <a:rPr lang="de-DE" dirty="0">
                <a:sym typeface="Wingdings" panose="05000000000000000000" pitchFamily="2" charset="2"/>
              </a:rPr>
              <a:t>Services</a:t>
            </a:r>
          </a:p>
          <a:p>
            <a:pPr lvl="2"/>
            <a:r>
              <a:rPr lang="de-DE" dirty="0">
                <a:sym typeface="Wingdings" panose="05000000000000000000" pitchFamily="2" charset="2"/>
              </a:rPr>
              <a:t>LDAPS-Verbindung mit TLS</a:t>
            </a:r>
          </a:p>
          <a:p>
            <a:pPr lvl="2"/>
            <a:r>
              <a:rPr lang="de-DE" dirty="0">
                <a:sym typeface="Wingdings" panose="05000000000000000000" pitchFamily="2" charset="2"/>
              </a:rPr>
              <a:t>Service Account für AD-Authentifizierung</a:t>
            </a:r>
          </a:p>
          <a:p>
            <a:pPr lvl="2"/>
            <a:r>
              <a:rPr lang="de-DE" dirty="0" err="1">
                <a:sym typeface="Wingdings" panose="05000000000000000000" pitchFamily="2" charset="2"/>
              </a:rPr>
              <a:t>Exception</a:t>
            </a:r>
            <a:r>
              <a:rPr lang="de-DE" dirty="0">
                <a:sym typeface="Wingdings" panose="05000000000000000000" pitchFamily="2" charset="2"/>
              </a:rPr>
              <a:t>-Handling &amp; </a:t>
            </a:r>
            <a:r>
              <a:rPr lang="de-DE" dirty="0" err="1">
                <a:sym typeface="Wingdings" panose="05000000000000000000" pitchFamily="2" charset="2"/>
              </a:rPr>
              <a:t>Logging</a:t>
            </a:r>
            <a:endParaRPr lang="de-DE" dirty="0"/>
          </a:p>
          <a:p>
            <a:pPr marL="162000" lvl="2" indent="0">
              <a:buNone/>
            </a:pPr>
            <a:endParaRPr lang="de-DE" dirty="0"/>
          </a:p>
          <a:p>
            <a:pPr marL="162000" lvl="2" indent="0">
              <a:buNone/>
            </a:pP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A154954-D26A-002E-4F62-D6B40586E0DF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A9A9433-06D9-BCB3-E7CB-BC670CD6CE5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35</a:t>
            </a:fld>
            <a:endParaRPr 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049AEC44-11FF-65FD-7ABD-7345618BF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Projekt 3 – </a:t>
            </a:r>
            <a:r>
              <a:rPr lang="de-DE" dirty="0" err="1"/>
              <a:t>Pw</a:t>
            </a:r>
            <a:r>
              <a:rPr lang="de-DE" dirty="0"/>
              <a:t>-change </a:t>
            </a:r>
            <a:r>
              <a:rPr lang="de-DE" dirty="0" err="1"/>
              <a:t>webapp</a:t>
            </a:r>
            <a:endParaRPr lang="de-DE" dirty="0" err="1">
              <a:cs typeface="Arial"/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D8C4015D-FF30-C8FB-BCC1-551BC9BC25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3562" y="147605"/>
            <a:ext cx="1619476" cy="46679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8EDE33B3-6E19-E1A7-9E50-6B757D8236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3562" y="6550092"/>
            <a:ext cx="1018249" cy="106822"/>
          </a:xfrm>
          <a:prstGeom prst="rect">
            <a:avLst/>
          </a:prstGeom>
        </p:spPr>
      </p:pic>
      <p:pic>
        <p:nvPicPr>
          <p:cNvPr id="10" name="Bildplatzhalter 9">
            <a:extLst>
              <a:ext uri="{FF2B5EF4-FFF2-40B4-BE49-F238E27FC236}">
                <a16:creationId xmlns:a16="http://schemas.microsoft.com/office/drawing/2014/main" id="{E3D85A63-6DF5-7E43-AF56-8DC2A62E6416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l="1851" t="-1" r="1201" b="-6117"/>
          <a:stretch>
            <a:fillRect/>
          </a:stretch>
        </p:blipFill>
        <p:spPr bwMode="gray">
          <a:xfrm>
            <a:off x="6203950" y="1592262"/>
            <a:ext cx="5653088" cy="4789487"/>
          </a:xfrm>
          <a:prstGeom prst="rect">
            <a:avLst/>
          </a:prstGeom>
          <a:solidFill>
            <a:srgbClr val="BBBCBD"/>
          </a:solidFill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4D171C64-6E51-AB4F-BCEF-B3E9696830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9762" y="5786580"/>
            <a:ext cx="7123276" cy="595169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0ACB9208-A84C-0752-D737-4BF3C6E205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3562" y="6524985"/>
            <a:ext cx="1018249" cy="168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730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F0EE1-0367-E954-EB68-A1246D7D3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E77CAE9-5773-25E9-2788-3322E5C535B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de-DE" dirty="0"/>
              <a:t>Action</a:t>
            </a:r>
          </a:p>
          <a:p>
            <a:pPr lvl="1"/>
            <a:r>
              <a:rPr lang="de-DE" dirty="0"/>
              <a:t>Views</a:t>
            </a:r>
          </a:p>
          <a:p>
            <a:pPr lvl="2"/>
            <a:r>
              <a:rPr lang="de-DE" dirty="0"/>
              <a:t>HTML-Formular mit Validierung (Client + Server)</a:t>
            </a:r>
          </a:p>
          <a:p>
            <a:pPr lvl="2"/>
            <a:r>
              <a:rPr lang="de-DE" dirty="0"/>
              <a:t>Passwort-Sichtbarkeits-</a:t>
            </a:r>
            <a:r>
              <a:rPr lang="de-DE" dirty="0" err="1"/>
              <a:t>Toggle</a:t>
            </a:r>
            <a:r>
              <a:rPr lang="de-DE" dirty="0"/>
              <a:t>, Generator</a:t>
            </a:r>
          </a:p>
          <a:p>
            <a:pPr lvl="2"/>
            <a:r>
              <a:rPr lang="de-DE" dirty="0"/>
              <a:t>Fehlermeldungen &amp; Erfolgsbestätigung</a:t>
            </a:r>
          </a:p>
          <a:p>
            <a:pPr lvl="1"/>
            <a:r>
              <a:rPr lang="de-DE" dirty="0"/>
              <a:t>Middleware</a:t>
            </a:r>
          </a:p>
          <a:p>
            <a:pPr lvl="2"/>
            <a:r>
              <a:rPr lang="de-DE" dirty="0"/>
              <a:t>Alle </a:t>
            </a:r>
            <a:r>
              <a:rPr lang="de-DE" dirty="0" err="1"/>
              <a:t>Requests</a:t>
            </a:r>
            <a:r>
              <a:rPr lang="de-DE" dirty="0"/>
              <a:t> werden protokolliert (Audit Trail)</a:t>
            </a:r>
          </a:p>
          <a:p>
            <a:pPr marL="162000" lvl="2" indent="0">
              <a:buNone/>
            </a:pPr>
            <a:endParaRPr lang="de-DE" dirty="0"/>
          </a:p>
          <a:p>
            <a:pPr marL="162000" lvl="2" indent="0">
              <a:buNone/>
            </a:pP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F5D38FF-3DEC-3ACF-8397-06184FC0CB7A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416524E-D43D-40BF-E153-E8CA01E85E48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36</a:t>
            </a:fld>
            <a:endParaRPr 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D1A4E7F1-D099-8F1B-0867-A3206892B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Projekt 3 – </a:t>
            </a:r>
            <a:r>
              <a:rPr lang="de-DE" dirty="0" err="1"/>
              <a:t>Pw</a:t>
            </a:r>
            <a:r>
              <a:rPr lang="de-DE" dirty="0"/>
              <a:t>-change </a:t>
            </a:r>
            <a:r>
              <a:rPr lang="de-DE" dirty="0" err="1"/>
              <a:t>webapp</a:t>
            </a:r>
            <a:endParaRPr lang="de-DE" dirty="0" err="1">
              <a:cs typeface="Arial"/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D3A64E32-BFD7-2F0A-1FB5-A42978A994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3562" y="147605"/>
            <a:ext cx="1619476" cy="46679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2E6081B2-BCB9-C0D7-612D-157455B7D1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3562" y="6524985"/>
            <a:ext cx="1018249" cy="168203"/>
          </a:xfrm>
          <a:prstGeom prst="rect">
            <a:avLst/>
          </a:prstGeom>
        </p:spPr>
      </p:pic>
      <p:pic>
        <p:nvPicPr>
          <p:cNvPr id="16" name="Bildplatzhalter 15">
            <a:extLst>
              <a:ext uri="{FF2B5EF4-FFF2-40B4-BE49-F238E27FC236}">
                <a16:creationId xmlns:a16="http://schemas.microsoft.com/office/drawing/2014/main" id="{3BD44130-86CC-CC5B-B41E-F5FB98EBA27F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l="-20" t="501" r="862" b="-58116"/>
          <a:stretch>
            <a:fillRect/>
          </a:stretch>
        </p:blipFill>
        <p:spPr bwMode="gray">
          <a:xfrm>
            <a:off x="6203950" y="1592262"/>
            <a:ext cx="5653088" cy="4789487"/>
          </a:xfrm>
          <a:prstGeom prst="rect">
            <a:avLst/>
          </a:prstGeom>
          <a:solidFill>
            <a:srgbClr val="BBBCBD"/>
          </a:solidFill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2F46EE4A-4BD7-3E11-EF56-F13159EFB3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9973" y="4533900"/>
            <a:ext cx="6897063" cy="1847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602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3889C1-099F-34D9-87C6-C35453C33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AB36B89-EECB-047E-C778-08EBD5F218D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de-DE" dirty="0" err="1"/>
              <a:t>Result</a:t>
            </a:r>
            <a:endParaRPr lang="de-DE" dirty="0"/>
          </a:p>
          <a:p>
            <a:pPr lvl="1"/>
            <a:r>
              <a:rPr lang="de-DE" dirty="0"/>
              <a:t>Sichere Passwortänderung: LDAPS + CSRF-Token + Rate-</a:t>
            </a:r>
            <a:r>
              <a:rPr lang="de-DE" dirty="0" err="1"/>
              <a:t>Limiting</a:t>
            </a:r>
            <a:endParaRPr lang="de-DE" dirty="0"/>
          </a:p>
          <a:p>
            <a:pPr lvl="1"/>
            <a:r>
              <a:rPr lang="de-DE" dirty="0"/>
              <a:t>Komplette ASP.NET </a:t>
            </a:r>
            <a:r>
              <a:rPr lang="de-DE" dirty="0" err="1"/>
              <a:t>WebApp</a:t>
            </a:r>
            <a:endParaRPr lang="de-DE" dirty="0"/>
          </a:p>
          <a:p>
            <a:pPr lvl="1"/>
            <a:r>
              <a:rPr lang="de-DE" dirty="0" err="1"/>
              <a:t>Production</a:t>
            </a:r>
            <a:r>
              <a:rPr lang="de-DE" dirty="0"/>
              <a:t>-Ready: Error-Handling, </a:t>
            </a:r>
            <a:r>
              <a:rPr lang="de-DE" dirty="0" err="1"/>
              <a:t>Logging</a:t>
            </a:r>
            <a:r>
              <a:rPr lang="de-DE" dirty="0"/>
              <a:t>, Security</a:t>
            </a:r>
          </a:p>
          <a:p>
            <a:pPr lvl="1"/>
            <a:r>
              <a:rPr lang="de-DE" dirty="0"/>
              <a:t>Wartbar &amp; Erweiterbar</a:t>
            </a:r>
          </a:p>
          <a:p>
            <a:pPr lvl="1"/>
            <a:r>
              <a:rPr lang="de-DE" dirty="0"/>
              <a:t>Noch </a:t>
            </a:r>
            <a:r>
              <a:rPr lang="de-DE" dirty="0" err="1"/>
              <a:t>work</a:t>
            </a:r>
            <a:r>
              <a:rPr lang="de-DE" dirty="0"/>
              <a:t> in </a:t>
            </a:r>
            <a:r>
              <a:rPr lang="de-DE" dirty="0" err="1"/>
              <a:t>progress</a:t>
            </a:r>
            <a:endParaRPr lang="de-DE" dirty="0"/>
          </a:p>
          <a:p>
            <a:pPr lvl="1"/>
            <a:endParaRPr lang="de-DE" dirty="0"/>
          </a:p>
          <a:p>
            <a:pPr marL="162000" lvl="2" indent="0">
              <a:buNone/>
            </a:pP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40B27D3-39A6-BC64-CCBE-93E8D2A70FD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97AEB84-0741-D314-5547-2592252A407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37</a:t>
            </a:fld>
            <a:endParaRPr 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255096E7-A7F7-9FF9-C766-B06208269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Projekt 3 – </a:t>
            </a:r>
            <a:r>
              <a:rPr lang="de-DE" dirty="0" err="1"/>
              <a:t>Pw</a:t>
            </a:r>
            <a:r>
              <a:rPr lang="de-DE" dirty="0"/>
              <a:t>-change </a:t>
            </a:r>
            <a:r>
              <a:rPr lang="de-DE" dirty="0" err="1"/>
              <a:t>webapp</a:t>
            </a:r>
            <a:endParaRPr lang="de-DE" dirty="0" err="1">
              <a:cs typeface="Arial"/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F4C83B0C-F878-0069-8242-7B9E6C7C06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3562" y="147605"/>
            <a:ext cx="1619476" cy="46679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197B7858-5C57-CF0A-62CB-FEF32F552B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3562" y="6550092"/>
            <a:ext cx="1018249" cy="106822"/>
          </a:xfrm>
          <a:prstGeom prst="rect">
            <a:avLst/>
          </a:prstGeom>
        </p:spPr>
      </p:pic>
      <p:pic>
        <p:nvPicPr>
          <p:cNvPr id="18" name="Bildplatzhalter 17">
            <a:extLst>
              <a:ext uri="{FF2B5EF4-FFF2-40B4-BE49-F238E27FC236}">
                <a16:creationId xmlns:a16="http://schemas.microsoft.com/office/drawing/2014/main" id="{F288647B-F604-0420-D2E5-4C4B0C4EC196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l="8265" r="8265"/>
          <a:stretch/>
        </p:blipFill>
        <p:spPr bwMode="gray">
          <a:prstGeom prst="rect">
            <a:avLst/>
          </a:prstGeom>
          <a:solidFill>
            <a:srgbClr val="BBBCBD"/>
          </a:solidFill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772D7211-82A5-7DDB-A641-90535D032D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3562" y="6524985"/>
            <a:ext cx="1018249" cy="168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432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29DB18B6-8000-921F-D07C-C7BCD16566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5147" y="613901"/>
            <a:ext cx="5661705" cy="6244099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4523DC16-9CCD-2783-5C64-19D7EB12AD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3562" y="147605"/>
            <a:ext cx="1619476" cy="466790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959AC98F-EF9E-6129-E22E-EC628609DE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5962" y="300005"/>
            <a:ext cx="1619476" cy="46679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B21D22DF-A2BC-6016-581D-F76070C493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3562" y="6550092"/>
            <a:ext cx="1018249" cy="106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421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4D57E-CB7E-8EC0-B656-EDFDDF9B0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platzhalter 7">
            <a:extLst>
              <a:ext uri="{FF2B5EF4-FFF2-40B4-BE49-F238E27FC236}">
                <a16:creationId xmlns:a16="http://schemas.microsoft.com/office/drawing/2014/main" id="{45A89942-8576-C003-7D05-91E1ACB4FA78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56" r="10656"/>
          <a:stretch>
            <a:fillRect/>
          </a:stretch>
        </p:blipFill>
        <p:spPr bwMode="gray">
          <a:prstGeom prst="rect">
            <a:avLst/>
          </a:prstGeom>
          <a:solidFill>
            <a:srgbClr val="BBBCBD"/>
          </a:solidFill>
        </p:spPr>
      </p:pic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2969EAC-AB0A-1BA6-43FF-94F85A6EDA9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de-DE" dirty="0"/>
              <a:t>Was habe ich mitgenommen?</a:t>
            </a:r>
          </a:p>
          <a:p>
            <a:pPr lvl="1"/>
            <a:r>
              <a:rPr lang="de-DE" dirty="0"/>
              <a:t>Vielfältige Eindrücke im DevOps-Bereich</a:t>
            </a:r>
          </a:p>
          <a:p>
            <a:pPr lvl="1"/>
            <a:r>
              <a:rPr lang="de-DE" dirty="0"/>
              <a:t>Praxisnahe Erfahrung in API- und Webentwicklung</a:t>
            </a:r>
          </a:p>
          <a:p>
            <a:pPr lvl="1"/>
            <a:r>
              <a:rPr lang="de-DE" dirty="0"/>
              <a:t>Automatisierung von Infrastrukturprozessen</a:t>
            </a:r>
          </a:p>
          <a:p>
            <a:pPr lvl="1"/>
            <a:r>
              <a:rPr lang="de-DE" dirty="0"/>
              <a:t>Ausblick auf die Berufswelt</a:t>
            </a:r>
          </a:p>
          <a:p>
            <a:pPr marL="162000" lvl="2" indent="0">
              <a:buNone/>
            </a:pP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B541B0E-FF4A-5CBE-3E6B-4ED590144008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4AD839D-46C3-8516-CB23-6BD3B49D7D55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39</a:t>
            </a:fld>
            <a:endParaRPr 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0048EDFB-9DE3-5610-6A56-95ED4C815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Reflexion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DF4E5D7E-A358-278A-8E23-6FEED43FF8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3562" y="147605"/>
            <a:ext cx="1619476" cy="46679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D21A7132-B6A0-1121-323D-774E07B815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3562" y="6550092"/>
            <a:ext cx="1018249" cy="106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561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Master_NEW">
  <a:themeElements>
    <a:clrScheme name="Benutzerdefiniert 11">
      <a:dk1>
        <a:srgbClr val="000000"/>
      </a:dk1>
      <a:lt1>
        <a:srgbClr val="FFFFFF"/>
      </a:lt1>
      <a:dk2>
        <a:srgbClr val="535456"/>
      </a:dk2>
      <a:lt2>
        <a:srgbClr val="F6F6F6"/>
      </a:lt2>
      <a:accent1>
        <a:srgbClr val="007EB9"/>
      </a:accent1>
      <a:accent2>
        <a:srgbClr val="37A8E0"/>
      </a:accent2>
      <a:accent3>
        <a:srgbClr val="84C5ED"/>
      </a:accent3>
      <a:accent4>
        <a:srgbClr val="C8E2F7"/>
      </a:accent4>
      <a:accent5>
        <a:srgbClr val="BBBCBD"/>
      </a:accent5>
      <a:accent6>
        <a:srgbClr val="6B6C6E"/>
      </a:accent6>
      <a:hlink>
        <a:srgbClr val="007EB9"/>
      </a:hlink>
      <a:folHlink>
        <a:srgbClr val="838487"/>
      </a:folHlink>
    </a:clrScheme>
    <a:fontScheme name="Arial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rgbClr val="E3E3E3"/>
        </a:solidFill>
        <a:ln>
          <a:noFill/>
        </a:ln>
      </a:spPr>
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 smtClean="0">
            <a:solidFill>
              <a:schemeClr val="tx2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6350">
          <a:solidFill>
            <a:schemeClr val="tx2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>
          <a:defRPr dirty="0" err="1" smtClean="0">
            <a:solidFill>
              <a:schemeClr val="tx2">
                <a:lumMod val="75000"/>
              </a:schemeClr>
            </a:solidFill>
          </a:defRPr>
        </a:defPPr>
      </a:lstStyle>
    </a:txDef>
  </a:objectDefaults>
  <a:extraClrSchemeLst/>
  <a:custClrLst>
    <a:custClr name="Dark Gray">
      <a:srgbClr val="535456"/>
    </a:custClr>
    <a:custClr name="Deep Gray (Palladium)">
      <a:srgbClr val="6B6C6E"/>
    </a:custClr>
    <a:custClr name="Heraeus Gray (Platinum)">
      <a:srgbClr val="838487"/>
    </a:custClr>
    <a:custClr name="Light Gray (Silver)">
      <a:srgbClr val="BBBCBD"/>
    </a:custClr>
    <a:custClr name="Soft Gray">
      <a:srgbClr val="E3E3E3"/>
    </a:custClr>
    <a:custClr name="Pale Gray">
      <a:srgbClr val="F6F6F6"/>
    </a:custClr>
    <a:custClr name="Dark Blue">
      <a:srgbClr val="002E63"/>
    </a:custClr>
    <a:custClr name="Deep Blue">
      <a:srgbClr val="00559D"/>
    </a:custClr>
    <a:custClr name="Heraeus Blue">
      <a:srgbClr val="007EB9"/>
    </a:custClr>
    <a:custClr name="Light Blue">
      <a:srgbClr val="37A8E0"/>
    </a:custClr>
    <a:custClr name="Soft Blue">
      <a:srgbClr val="84C5ED"/>
    </a:custClr>
    <a:custClr name="Pale Blue">
      <a:srgbClr val="C8E2F7"/>
    </a:custClr>
    <a:custClr name="Dark Green">
      <a:srgbClr val="0C5A28"/>
    </a:custClr>
    <a:custClr name="Deep Green">
      <a:srgbClr val="3B8933"/>
    </a:custClr>
    <a:custClr name="Heraeus Green">
      <a:srgbClr val="72B904"/>
    </a:custClr>
    <a:custClr name="Light Green">
      <a:srgbClr val="BAD150"/>
    </a:custClr>
    <a:custClr name="Soft Green">
      <a:srgbClr val="DBE38F"/>
    </a:custClr>
    <a:custClr name="Pale Green">
      <a:srgbClr val="ECF2DA"/>
    </a:custClr>
    <a:custClr name="Dark Yellow (Gold)">
      <a:srgbClr val="A58000"/>
    </a:custClr>
    <a:custClr name="Deep Yellow">
      <a:srgbClr val="DEA600"/>
    </a:custClr>
    <a:custClr name="Heraeus Yellow">
      <a:srgbClr val="FFD200"/>
    </a:custClr>
    <a:custClr name="Light Yellow">
      <a:srgbClr val="FFDF43"/>
    </a:custClr>
    <a:custClr name="Soft Yellow">
      <a:srgbClr val="FFEB7F"/>
    </a:custClr>
    <a:custClr name="Pale Yellow">
      <a:srgbClr val="FFF9C7"/>
    </a:custClr>
    <a:custClr name="Dark Orange">
      <a:srgbClr val="9D140E"/>
    </a:custClr>
    <a:custClr name="Deep Orange">
      <a:srgbClr val="BF420C"/>
    </a:custClr>
    <a:custClr name="Heraeus Orange">
      <a:srgbClr val="EF8700"/>
    </a:custClr>
    <a:custClr name="Light Orange">
      <a:srgbClr val="F7A83B"/>
    </a:custClr>
    <a:custClr name="Soft Orange">
      <a:srgbClr val="FDD490"/>
    </a:custClr>
    <a:custClr name="Pale Orange">
      <a:srgbClr val="FEECD5"/>
    </a:custClr>
    <a:custClr name="Dark Purple">
      <a:srgbClr val="520937"/>
    </a:custClr>
    <a:custClr name="Deep Purple">
      <a:srgbClr val="7F1557"/>
    </a:custClr>
    <a:custClr name="Heraeus Purple">
      <a:srgbClr val="9B006B"/>
    </a:custClr>
    <a:custClr name="Light Purple">
      <a:srgbClr val="BD6392"/>
    </a:custClr>
    <a:custClr name="Soft Purple">
      <a:srgbClr val="E3ADC3"/>
    </a:custClr>
    <a:custClr name="Pale Purple">
      <a:srgbClr val="E9DAE5"/>
    </a:custClr>
  </a:custClrLst>
  <a:extLst>
    <a:ext uri="{05A4C25C-085E-4340-85A3-A5531E510DB2}">
      <thm15:themeFamily xmlns:thm15="http://schemas.microsoft.com/office/thememl/2012/main" name="HPE_Master.potx" id="{6EF7F07C-02EF-4D83-86C0-72CDFFF54C79}" vid="{2335FA74-8359-4D03-9587-827C1557A4DB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31BB4AC724D91479194FEB4AEF18316" ma:contentTypeVersion="11" ma:contentTypeDescription="Create a new document." ma:contentTypeScope="" ma:versionID="0fd84644c2a5c1d551398b0395a72c71">
  <xsd:schema xmlns:xsd="http://www.w3.org/2001/XMLSchema" xmlns:xs="http://www.w3.org/2001/XMLSchema" xmlns:p="http://schemas.microsoft.com/office/2006/metadata/properties" xmlns:ns2="57510383-4a39-4da3-9e15-bc9e90579abf" xmlns:ns3="59fe7a65-1ffb-4073-b6c9-c1308d861764" targetNamespace="http://schemas.microsoft.com/office/2006/metadata/properties" ma:root="true" ma:fieldsID="385912971034ddfbe20ecbb6809cdc41" ns2:_="" ns3:_="">
    <xsd:import namespace="57510383-4a39-4da3-9e15-bc9e90579abf"/>
    <xsd:import namespace="59fe7a65-1ffb-4073-b6c9-c1308d86176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7510383-4a39-4da3-9e15-bc9e90579ab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fe7a65-1ffb-4073-b6c9-c1308d861764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33478A4-9907-4BFD-A43E-F0F94D9B907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3AC9DA2-C46B-4B37-AFD1-CCBAFB1A5E1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7510383-4a39-4da3-9e15-bc9e90579abf"/>
    <ds:schemaRef ds:uri="59fe7a65-1ffb-4073-b6c9-c1308d86176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3A00CD4-5085-461F-8808-FBF23B7CD461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59fe7a65-1ffb-4073-b6c9-c1308d861764"/>
    <ds:schemaRef ds:uri="57510383-4a39-4da3-9e15-bc9e90579abf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HPE_Master</Template>
  <TotalTime>0</TotalTime>
  <Words>1003</Words>
  <Application>Microsoft Office PowerPoint</Application>
  <PresentationFormat>Breitbild</PresentationFormat>
  <Paragraphs>279</Paragraphs>
  <Slides>39</Slides>
  <Notes>1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39</vt:i4>
      </vt:variant>
    </vt:vector>
  </HeadingPairs>
  <TitlesOfParts>
    <vt:vector size="40" baseType="lpstr">
      <vt:lpstr>Master_NEW</vt:lpstr>
      <vt:lpstr>Cloud infrastructure automation  </vt:lpstr>
      <vt:lpstr>Agenda – 6 topics</vt:lpstr>
      <vt:lpstr>Einführung</vt:lpstr>
      <vt:lpstr>Einführung</vt:lpstr>
      <vt:lpstr>Backend team</vt:lpstr>
      <vt:lpstr>Backend team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Projekt 1 - Logging</vt:lpstr>
      <vt:lpstr>Projekt 1 - Logging</vt:lpstr>
      <vt:lpstr>Projekt 1 - Logging</vt:lpstr>
      <vt:lpstr>Projekt 1 - Logging</vt:lpstr>
      <vt:lpstr>Projekt 1 - Logging</vt:lpstr>
      <vt:lpstr>Projekt 1 - Logging</vt:lpstr>
      <vt:lpstr>Projekt 1 - Logging</vt:lpstr>
      <vt:lpstr>PowerPoint-Präsentation</vt:lpstr>
      <vt:lpstr>PowerPoint-Präsentation</vt:lpstr>
      <vt:lpstr>Projekt 2 – TXT-Records (WIP)</vt:lpstr>
      <vt:lpstr>Projekt 2 – TXT-Records (WIP)</vt:lpstr>
      <vt:lpstr>Projekt 2 – TXT-Records (WIP)</vt:lpstr>
      <vt:lpstr>Projekt 2 – TXT-Records (WIP)</vt:lpstr>
      <vt:lpstr>Projekt 2 – TXT-Records (WIP)</vt:lpstr>
      <vt:lpstr>Projekt 2 – TXT-Records (WIP)</vt:lpstr>
      <vt:lpstr>Projekt 2 – TXT-Records (WIP)</vt:lpstr>
      <vt:lpstr>PowerPoint-Präsentation</vt:lpstr>
      <vt:lpstr>Projekt 3 – Pw-change webapp</vt:lpstr>
      <vt:lpstr>Projekt 3 – Pw-change webapp</vt:lpstr>
      <vt:lpstr>Projekt 3 – Pw-change webapp</vt:lpstr>
      <vt:lpstr>Projekt 3 – Pw-change webapp</vt:lpstr>
      <vt:lpstr>Projekt 3 – Pw-change webapp</vt:lpstr>
      <vt:lpstr>Projekt 3 – Pw-change webapp</vt:lpstr>
      <vt:lpstr>Projekt 3 – Pw-change webapp</vt:lpstr>
      <vt:lpstr>Projekt 3 – Pw-change webapp</vt:lpstr>
      <vt:lpstr>PowerPoint-Präsentation</vt:lpstr>
      <vt:lpstr>Reflexion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Akalai, Nassim</dc:creator>
  <cp:lastModifiedBy>Akalai, Nassim</cp:lastModifiedBy>
  <cp:revision>29</cp:revision>
  <dcterms:created xsi:type="dcterms:W3CDTF">2026-08-18T10:00:00Z</dcterms:created>
  <dcterms:modified xsi:type="dcterms:W3CDTF">2026-09-22T09:38:26Z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0x010100B31BB4AC724D91479194FEB4AEF18316</vt:lpwstr>
  </property>
</Properties>
</file>